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Cerebri Italics" charset="1" panose="00000500000000000000"/>
      <p:regular r:id="rId42"/>
    </p:embeddedFont>
    <p:embeddedFont>
      <p:font typeface="Cerebri" charset="1" panose="00000500000000000000"/>
      <p:regular r:id="rId43"/>
    </p:embeddedFont>
    <p:embeddedFont>
      <p:font typeface="Cerebri Bold" charset="1" panose="00000800000000000000"/>
      <p:regular r:id="rId44"/>
    </p:embeddedFont>
    <p:embeddedFont>
      <p:font typeface="Cerebri Bold Italics" charset="1" panose="00000800000000000000"/>
      <p:regular r:id="rId45"/>
    </p:embeddedFont>
    <p:embeddedFont>
      <p:font typeface="Roboto" charset="1" panose="02000000000000000000"/>
      <p:regular r:id="rId47"/>
    </p:embeddedFont>
    <p:embeddedFont>
      <p:font typeface="Bernoru" charset="1" panose="00000A00000000000000"/>
      <p:regular r:id="rId48"/>
    </p:embeddedFont>
    <p:embeddedFont>
      <p:font typeface="Kollektif Bold" charset="1" panose="020B0604020101010102"/>
      <p:regular r:id="rId50"/>
    </p:embeddedFont>
    <p:embeddedFont>
      <p:font typeface="Kollektif" charset="1" panose="020B0604020101010102"/>
      <p:regular r:id="rId51"/>
    </p:embeddedFont>
    <p:embeddedFont>
      <p:font typeface="Inter" charset="1" panose="020B0502030000000004"/>
      <p:regular r:id="rId55"/>
    </p:embeddedFont>
    <p:embeddedFont>
      <p:font typeface="Codec Pro" charset="1" panose="00000500000000000000"/>
      <p:regular r:id="rId60"/>
    </p:embeddedFont>
    <p:embeddedFont>
      <p:font typeface="Codec Pro Bold" charset="1" panose="00000600000000000000"/>
      <p:regular r:id="rId6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notesMasters/notesMaster1.xml" Type="http://schemas.openxmlformats.org/officeDocument/2006/relationships/notesMaster"/><Relationship Id="rId4" Target="theme/theme1.xml" Type="http://schemas.openxmlformats.org/officeDocument/2006/relationships/theme"/><Relationship Id="rId40" Target="theme/theme2.xml" Type="http://schemas.openxmlformats.org/officeDocument/2006/relationships/theme"/><Relationship Id="rId41" Target="notesSlides/notesSlide1.xml" Type="http://schemas.openxmlformats.org/officeDocument/2006/relationships/notes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notesSlides/notesSlide2.xml" Type="http://schemas.openxmlformats.org/officeDocument/2006/relationships/notesSlide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notesSlides/notesSlide3.xml" Type="http://schemas.openxmlformats.org/officeDocument/2006/relationships/notes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notesSlides/notesSlide4.xml" Type="http://schemas.openxmlformats.org/officeDocument/2006/relationships/notesSlide"/><Relationship Id="rId53" Target="notesSlides/notesSlide5.xml" Type="http://schemas.openxmlformats.org/officeDocument/2006/relationships/notesSlide"/><Relationship Id="rId54" Target="notesSlides/notesSlide6.xml" Type="http://schemas.openxmlformats.org/officeDocument/2006/relationships/notesSlide"/><Relationship Id="rId55" Target="fonts/font55.fntdata" Type="http://schemas.openxmlformats.org/officeDocument/2006/relationships/font"/><Relationship Id="rId56" Target="notesSlides/notesSlide7.xml" Type="http://schemas.openxmlformats.org/officeDocument/2006/relationships/notesSlide"/><Relationship Id="rId57" Target="notesSlides/notesSlide8.xml" Type="http://schemas.openxmlformats.org/officeDocument/2006/relationships/notesSlide"/><Relationship Id="rId58" Target="notesSlides/notesSlide9.xml" Type="http://schemas.openxmlformats.org/officeDocument/2006/relationships/notesSlide"/><Relationship Id="rId59" Target="notesSlides/notesSlide10.xml" Type="http://schemas.openxmlformats.org/officeDocument/2006/relationships/notesSlide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notesSlides/notesSlide11.xml" Type="http://schemas.openxmlformats.org/officeDocument/2006/relationships/notesSlide"/><Relationship Id="rId62" Target="notesSlides/notesSlide12.xml" Type="http://schemas.openxmlformats.org/officeDocument/2006/relationships/notesSlide"/><Relationship Id="rId63" Target="notesSlides/notesSlide13.xml" Type="http://schemas.openxmlformats.org/officeDocument/2006/relationships/notesSlide"/><Relationship Id="rId64" Target="fonts/font64.fntdata" Type="http://schemas.openxmlformats.org/officeDocument/2006/relationships/font"/><Relationship Id="rId65" Target="notesSlides/notesSlide14.xml" Type="http://schemas.openxmlformats.org/officeDocument/2006/relationships/notesSlide"/><Relationship Id="rId66" Target="notesSlides/notesSlide15.xml" Type="http://schemas.openxmlformats.org/officeDocument/2006/relationships/notesSlide"/><Relationship Id="rId67" Target="notesSlides/notesSlide16.xml" Type="http://schemas.openxmlformats.org/officeDocument/2006/relationships/notesSlide"/><Relationship Id="rId68" Target="notesSlides/notesSlide17.xml" Type="http://schemas.openxmlformats.org/officeDocument/2006/relationships/notesSlide"/><Relationship Id="rId69" Target="notesSlides/notesSlide18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19.xml" Type="http://schemas.openxmlformats.org/officeDocument/2006/relationships/notesSlide"/><Relationship Id="rId71" Target="notesSlides/notesSlide20.xml" Type="http://schemas.openxmlformats.org/officeDocument/2006/relationships/notesSlide"/><Relationship Id="rId72" Target="notesSlides/notesSlide21.xml" Type="http://schemas.openxmlformats.org/officeDocument/2006/relationships/notesSlide"/><Relationship Id="rId73" Target="notesSlides/notesSlide22.xml" Type="http://schemas.openxmlformats.org/officeDocument/2006/relationships/notesSlide"/><Relationship Id="rId74" Target="notesSlides/notesSlide23.xml" Type="http://schemas.openxmlformats.org/officeDocument/2006/relationships/notesSlide"/><Relationship Id="rId75" Target="notesSlides/notesSlide24.xml" Type="http://schemas.openxmlformats.org/officeDocument/2006/relationships/notesSlide"/><Relationship Id="rId76" Target="notesSlides/notesSlide25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good morning everyone, thank you for being here today. I am excited to present to you my thesis project, which focuses on the development of a web data extraction system. This innovative tool is designed to simplify the process of web data extraction and subsequent data analysis, making it accessible to users without programming expertise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 here's my outline</a:t>
            </a:r>
          </a:p>
          <a:p>
            <a:r>
              <a:rPr lang="en-US"/>
              <a:t>introduction: motivation, problem statement and project objectives</a:t>
            </a:r>
          </a:p>
          <a:p>
            <a:r>
              <a:rPr lang="en-US"/>
              <a:t/>
            </a:r>
          </a:p>
          <a:p>
            <a:r>
              <a:rPr lang="en-US"/>
              <a:t>methodology: quick overview of the pipeline, components: fetch, extract, analyze, multi-level pipeline. we'll talk about the functionalities and the core logic of each component, however, i don't think there will be enough time for me to discuss very thoroughly about my algorithm and implementation, please feel free to ask me there </a:t>
            </a:r>
          </a:p>
          <a:p>
            <a:r>
              <a:rPr lang="en-US"/>
              <a:t/>
            </a:r>
          </a:p>
          <a:p>
            <a:r>
              <a:rPr lang="en-US"/>
              <a:t>third: results and demo</a:t>
            </a:r>
          </a:p>
          <a:p>
            <a:r>
              <a:rPr lang="en-US"/>
              <a:t/>
            </a:r>
          </a:p>
          <a:p>
            <a:r>
              <a:rPr lang="en-US"/>
              <a:t>finally, the implications and conclusion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where else is better to get data than from the web</a:t>
            </a:r>
          </a:p>
          <a:p>
            <a:r>
              <a:rPr lang="en-US"/>
              <a:t>that's when data extraction becomes important</a:t>
            </a:r>
          </a:p>
          <a:p>
            <a:r>
              <a:rPr lang="en-US"/>
              <a:t>being able to extract data is an advantage. 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data is incredibly valuable. </a:t>
            </a:r>
          </a:p>
          <a:p>
            <a:r>
              <a:rPr lang="en-US"/>
              <a:t>organization: gain insights about customer's, trends, competitors,...</a:t>
            </a:r>
          </a:p>
          <a:p>
            <a:r>
              <a:rPr lang="en-US"/>
              <a:t/>
            </a:r>
          </a:p>
          <a:p>
            <a:r>
              <a:rPr lang="en-US"/>
              <a:t>collect data to make informed decisions</a:t>
            </a:r>
          </a:p>
          <a:p>
            <a:r>
              <a:rPr lang="en-US"/>
              <a:t/>
            </a:r>
          </a:p>
          <a:p>
            <a:r>
              <a:rPr lang="en-US"/>
              <a:t>competitors, customer's perferences to sell them your product, learn the market trend</a:t>
            </a:r>
          </a:p>
          <a:p>
            <a:r>
              <a:rPr lang="en-US"/>
              <a:t>- educator: information about student's progress, their opinions -&gt; tailor your instruction and guidance in class. </a:t>
            </a:r>
          </a:p>
          <a:p>
            <a:r>
              <a:rPr lang="en-US"/>
              <a:t>data is valuable, helps gain insights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 how are we going to solve that problem?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Step: 1</a:t>
            </a:r>
          </a:p>
          <a:p>
            <a:r>
              <a:rPr lang="en-US"/>
              <a:t>user defines info to extract. assume that user input is correct, </a:t>
            </a:r>
          </a:p>
          <a:p>
            <a:r>
              <a:rPr lang="en-US"/>
              <a:t/>
            </a:r>
          </a:p>
          <a:p>
            <a:r>
              <a:rPr lang="en-US"/>
              <a:t>before:</a:t>
            </a:r>
          </a:p>
          <a:p>
            <a:r>
              <a:rPr lang="en-US"/>
              <a:t>-associate content with soup tag, search path from tag to root</a:t>
            </a:r>
          </a:p>
          <a:p>
            <a:r>
              <a:rPr lang="en-US"/>
              <a:t/>
            </a:r>
          </a:p>
          <a:p>
            <a:r>
              <a:rPr lang="en-US"/>
              <a:t>go to next line to explain lca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Step: 1</a:t>
            </a:r>
          </a:p>
          <a:p>
            <a:r>
              <a:rPr lang="en-US"/>
              <a:t>user defines info to extract. assume that user input is correct, </a:t>
            </a:r>
          </a:p>
          <a:p>
            <a:r>
              <a:rPr lang="en-US"/>
              <a:t/>
            </a:r>
          </a:p>
          <a:p>
            <a:r>
              <a:rPr lang="en-US"/>
              <a:t>before:</a:t>
            </a:r>
          </a:p>
          <a:p>
            <a:r>
              <a:rPr lang="en-US"/>
              <a:t>-associate content with soup tag, search path from tag to root</a:t>
            </a:r>
          </a:p>
          <a:p>
            <a:r>
              <a:rPr lang="en-US"/>
              <a:t/>
            </a:r>
          </a:p>
          <a:p>
            <a:r>
              <a:rPr lang="en-US"/>
              <a:t>go to next line to explain lca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Step: 1</a:t>
            </a:r>
          </a:p>
          <a:p>
            <a:r>
              <a:rPr lang="en-US"/>
              <a:t>user defines info to extract. assume that user input is correct, </a:t>
            </a:r>
          </a:p>
          <a:p>
            <a:r>
              <a:rPr lang="en-US"/>
              <a:t/>
            </a:r>
          </a:p>
          <a:p>
            <a:r>
              <a:rPr lang="en-US"/>
              <a:t>before:</a:t>
            </a:r>
          </a:p>
          <a:p>
            <a:r>
              <a:rPr lang="en-US"/>
              <a:t>-associate content with soup tag, search path from tag to root</a:t>
            </a:r>
          </a:p>
          <a:p>
            <a:r>
              <a:rPr lang="en-US"/>
              <a:t/>
            </a:r>
          </a:p>
          <a:p>
            <a:r>
              <a:rPr lang="en-US"/>
              <a:t>go to next line to explain lca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Step: 1</a:t>
            </a:r>
          </a:p>
          <a:p>
            <a:r>
              <a:rPr lang="en-US"/>
              <a:t>user defines info to extract. assume that user input is correct, </a:t>
            </a:r>
          </a:p>
          <a:p>
            <a:r>
              <a:rPr lang="en-US"/>
              <a:t/>
            </a:r>
          </a:p>
          <a:p>
            <a:r>
              <a:rPr lang="en-US"/>
              <a:t>before:</a:t>
            </a:r>
          </a:p>
          <a:p>
            <a:r>
              <a:rPr lang="en-US"/>
              <a:t>-associate content with soup tag, search path from tag to root</a:t>
            </a:r>
          </a:p>
          <a:p>
            <a:r>
              <a:rPr lang="en-US"/>
              <a:t/>
            </a:r>
          </a:p>
          <a:p>
            <a:r>
              <a:rPr lang="en-US"/>
              <a:t>go to next line to explain lca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Step: 1</a:t>
            </a:r>
          </a:p>
          <a:p>
            <a:r>
              <a:rPr lang="en-US"/>
              <a:t>user defines info to extract. assume that user input is correct, </a:t>
            </a:r>
          </a:p>
          <a:p>
            <a:r>
              <a:rPr lang="en-US"/>
              <a:t/>
            </a:r>
          </a:p>
          <a:p>
            <a:r>
              <a:rPr lang="en-US"/>
              <a:t>before:</a:t>
            </a:r>
          </a:p>
          <a:p>
            <a:r>
              <a:rPr lang="en-US"/>
              <a:t>-associate content with soup tag, search path from tag to root</a:t>
            </a:r>
          </a:p>
          <a:p>
            <a:r>
              <a:rPr lang="en-US"/>
              <a:t/>
            </a:r>
          </a:p>
          <a:p>
            <a:r>
              <a:rPr lang="en-US"/>
              <a:t>go to next line to explain lca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Step: 1</a:t>
            </a:r>
          </a:p>
          <a:p>
            <a:r>
              <a:rPr lang="en-US"/>
              <a:t>user defines info to extract. assume that user input is correct, </a:t>
            </a:r>
          </a:p>
          <a:p>
            <a:r>
              <a:rPr lang="en-US"/>
              <a:t/>
            </a:r>
          </a:p>
          <a:p>
            <a:r>
              <a:rPr lang="en-US"/>
              <a:t>before:</a:t>
            </a:r>
          </a:p>
          <a:p>
            <a:r>
              <a:rPr lang="en-US"/>
              <a:t>-associate content with soup tag, search path from tag to root</a:t>
            </a:r>
          </a:p>
          <a:p>
            <a:r>
              <a:rPr lang="en-US"/>
              <a:t/>
            </a:r>
          </a:p>
          <a:p>
            <a:r>
              <a:rPr lang="en-US"/>
              <a:t>go to next line to explain lca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Step: 1</a:t>
            </a:r>
          </a:p>
          <a:p>
            <a:r>
              <a:rPr lang="en-US"/>
              <a:t>user defines info to extract. assume that user input is correct, </a:t>
            </a:r>
          </a:p>
          <a:p>
            <a:r>
              <a:rPr lang="en-US"/>
              <a:t/>
            </a:r>
          </a:p>
          <a:p>
            <a:r>
              <a:rPr lang="en-US"/>
              <a:t>before:</a:t>
            </a:r>
          </a:p>
          <a:p>
            <a:r>
              <a:rPr lang="en-US"/>
              <a:t>-associate content with soup tag, search path from tag to root</a:t>
            </a:r>
          </a:p>
          <a:p>
            <a:r>
              <a:rPr lang="en-US"/>
              <a:t/>
            </a:r>
          </a:p>
          <a:p>
            <a:r>
              <a:rPr lang="en-US"/>
              <a:t>go to next line to explain lca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Step: 1</a:t>
            </a:r>
          </a:p>
          <a:p>
            <a:r>
              <a:rPr lang="en-US"/>
              <a:t>user defines info to extract. assume that user input is correct, </a:t>
            </a:r>
          </a:p>
          <a:p>
            <a:r>
              <a:rPr lang="en-US"/>
              <a:t/>
            </a:r>
          </a:p>
          <a:p>
            <a:r>
              <a:rPr lang="en-US"/>
              <a:t>before:</a:t>
            </a:r>
          </a:p>
          <a:p>
            <a:r>
              <a:rPr lang="en-US"/>
              <a:t>-associate content with soup tag, search path from tag to root</a:t>
            </a:r>
          </a:p>
          <a:p>
            <a:r>
              <a:rPr lang="en-US"/>
              <a:t/>
            </a:r>
          </a:p>
          <a:p>
            <a:r>
              <a:rPr lang="en-US"/>
              <a:t>go to next line to explain lca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Step: 1</a:t>
            </a:r>
          </a:p>
          <a:p>
            <a:r>
              <a:rPr lang="en-US"/>
              <a:t>user defines info to extract. assume that user input is correct, </a:t>
            </a:r>
          </a:p>
          <a:p>
            <a:r>
              <a:rPr lang="en-US"/>
              <a:t/>
            </a:r>
          </a:p>
          <a:p>
            <a:r>
              <a:rPr lang="en-US"/>
              <a:t>before:</a:t>
            </a:r>
          </a:p>
          <a:p>
            <a:r>
              <a:rPr lang="en-US"/>
              <a:t>-associate content with soup tag, search path from tag to root</a:t>
            </a:r>
          </a:p>
          <a:p>
            <a:r>
              <a:rPr lang="en-US"/>
              <a:t/>
            </a:r>
          </a:p>
          <a:p>
            <a:r>
              <a:rPr lang="en-US"/>
              <a:t>go to next line to explain lca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Step: 1</a:t>
            </a:r>
          </a:p>
          <a:p>
            <a:r>
              <a:rPr lang="en-US"/>
              <a:t>user defines info to extract. assume that user input is correct, </a:t>
            </a:r>
          </a:p>
          <a:p>
            <a:r>
              <a:rPr lang="en-US"/>
              <a:t/>
            </a:r>
          </a:p>
          <a:p>
            <a:r>
              <a:rPr lang="en-US"/>
              <a:t>before:</a:t>
            </a:r>
          </a:p>
          <a:p>
            <a:r>
              <a:rPr lang="en-US"/>
              <a:t>-associate content with soup tag, search path from tag to root</a:t>
            </a:r>
          </a:p>
          <a:p>
            <a:r>
              <a:rPr lang="en-US"/>
              <a:t/>
            </a:r>
          </a:p>
          <a:p>
            <a:r>
              <a:rPr lang="en-US"/>
              <a:t>go to next line to explain lca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Step: 1</a:t>
            </a:r>
          </a:p>
          <a:p>
            <a:r>
              <a:rPr lang="en-US"/>
              <a:t>user defines info to extract. assume that user input is correct, </a:t>
            </a:r>
          </a:p>
          <a:p>
            <a:r>
              <a:rPr lang="en-US"/>
              <a:t/>
            </a:r>
          </a:p>
          <a:p>
            <a:r>
              <a:rPr lang="en-US"/>
              <a:t>before:</a:t>
            </a:r>
          </a:p>
          <a:p>
            <a:r>
              <a:rPr lang="en-US"/>
              <a:t>-associate content with soup tag, search path from tag to root</a:t>
            </a:r>
          </a:p>
          <a:p>
            <a:r>
              <a:rPr lang="en-US"/>
              <a:t/>
            </a:r>
          </a:p>
          <a:p>
            <a:r>
              <a:rPr lang="en-US"/>
              <a:t>go to next line to explain lca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Step: 1</a:t>
            </a:r>
          </a:p>
          <a:p>
            <a:r>
              <a:rPr lang="en-US"/>
              <a:t>user defines info to extract. assume that user input is correct, </a:t>
            </a:r>
          </a:p>
          <a:p>
            <a:r>
              <a:rPr lang="en-US"/>
              <a:t/>
            </a:r>
          </a:p>
          <a:p>
            <a:r>
              <a:rPr lang="en-US"/>
              <a:t>before:</a:t>
            </a:r>
          </a:p>
          <a:p>
            <a:r>
              <a:rPr lang="en-US"/>
              <a:t>-associate content with soup tag, search path from tag to root</a:t>
            </a:r>
          </a:p>
          <a:p>
            <a:r>
              <a:rPr lang="en-US"/>
              <a:t/>
            </a:r>
          </a:p>
          <a:p>
            <a:r>
              <a:rPr lang="en-US"/>
              <a:t>go to next line to explain lca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Step: 1</a:t>
            </a:r>
          </a:p>
          <a:p>
            <a:r>
              <a:rPr lang="en-US"/>
              <a:t>user defines info to extract. assume that user input is correct, </a:t>
            </a:r>
          </a:p>
          <a:p>
            <a:r>
              <a:rPr lang="en-US"/>
              <a:t/>
            </a:r>
          </a:p>
          <a:p>
            <a:r>
              <a:rPr lang="en-US"/>
              <a:t>before:</a:t>
            </a:r>
          </a:p>
          <a:p>
            <a:r>
              <a:rPr lang="en-US"/>
              <a:t>-associate content with soup tag, search path from tag to root</a:t>
            </a:r>
          </a:p>
          <a:p>
            <a:r>
              <a:rPr lang="en-US"/>
              <a:t/>
            </a:r>
          </a:p>
          <a:p>
            <a:r>
              <a:rPr lang="en-US"/>
              <a:t>go to next line to explain lca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4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7.jpe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9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0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32.png" Type="http://schemas.openxmlformats.org/officeDocument/2006/relationships/image"/><Relationship Id="rId15" Target="../media/image33.svg" Type="http://schemas.openxmlformats.org/officeDocument/2006/relationships/image"/><Relationship Id="rId16" Target="../media/image34.png" Type="http://schemas.openxmlformats.org/officeDocument/2006/relationships/image"/><Relationship Id="rId17" Target="../media/image35.svg" Type="http://schemas.openxmlformats.org/officeDocument/2006/relationships/image"/><Relationship Id="rId18" Target="../media/image23.png" Type="http://schemas.openxmlformats.org/officeDocument/2006/relationships/image"/><Relationship Id="rId19" Target="../media/image24.svg" Type="http://schemas.openxmlformats.org/officeDocument/2006/relationships/image"/><Relationship Id="rId2" Target="../notesSlides/notesSlide10.xml" Type="http://schemas.openxmlformats.org/officeDocument/2006/relationships/notesSlide"/><Relationship Id="rId20" Target="../media/image36.png" Type="http://schemas.openxmlformats.org/officeDocument/2006/relationships/image"/><Relationship Id="rId21" Target="../media/image37.sv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43.jpe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43.jpe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43.jpeg" Type="http://schemas.openxmlformats.org/officeDocument/2006/relationships/image"/><Relationship Id="rId9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23900" y="3053997"/>
            <a:ext cx="11473341" cy="12446425"/>
          </a:xfrm>
          <a:custGeom>
            <a:avLst/>
            <a:gdLst/>
            <a:ahLst/>
            <a:cxnLst/>
            <a:rect r="r" b="b" t="t" l="l"/>
            <a:pathLst>
              <a:path h="12446425" w="11473341">
                <a:moveTo>
                  <a:pt x="0" y="0"/>
                </a:moveTo>
                <a:lnTo>
                  <a:pt x="11473341" y="0"/>
                </a:lnTo>
                <a:lnTo>
                  <a:pt x="11473341" y="12446425"/>
                </a:lnTo>
                <a:lnTo>
                  <a:pt x="0" y="124464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94651" y="-1233597"/>
            <a:ext cx="9606161" cy="9606161"/>
          </a:xfrm>
          <a:custGeom>
            <a:avLst/>
            <a:gdLst/>
            <a:ahLst/>
            <a:cxnLst/>
            <a:rect r="r" b="b" t="t" l="l"/>
            <a:pathLst>
              <a:path h="9606161" w="9606161">
                <a:moveTo>
                  <a:pt x="0" y="0"/>
                </a:moveTo>
                <a:lnTo>
                  <a:pt x="9606161" y="0"/>
                </a:lnTo>
                <a:lnTo>
                  <a:pt x="9606161" y="9606161"/>
                </a:lnTo>
                <a:lnTo>
                  <a:pt x="0" y="96061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1028700" y="1445191"/>
            <a:ext cx="16230600" cy="0"/>
          </a:xfrm>
          <a:prstGeom prst="line">
            <a:avLst/>
          </a:prstGeom>
          <a:ln cap="rnd" w="9525">
            <a:solidFill>
              <a:srgbClr val="76767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4557211"/>
            <a:ext cx="3088691" cy="3088691"/>
          </a:xfrm>
          <a:custGeom>
            <a:avLst/>
            <a:gdLst/>
            <a:ahLst/>
            <a:cxnLst/>
            <a:rect r="r" b="b" t="t" l="l"/>
            <a:pathLst>
              <a:path h="3088691" w="3088691">
                <a:moveTo>
                  <a:pt x="0" y="0"/>
                </a:moveTo>
                <a:lnTo>
                  <a:pt x="3088691" y="0"/>
                </a:lnTo>
                <a:lnTo>
                  <a:pt x="3088691" y="3088691"/>
                </a:lnTo>
                <a:lnTo>
                  <a:pt x="0" y="30886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57250"/>
            <a:ext cx="1055324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 i="true" spc="60">
                <a:solidFill>
                  <a:srgbClr val="767679"/>
                </a:solidFill>
                <a:latin typeface="Cerebri Italics"/>
                <a:ea typeface="Cerebri Italics"/>
                <a:cs typeface="Cerebri Italics"/>
                <a:sym typeface="Cerebri Italics"/>
              </a:rPr>
              <a:t>International University - School of Computer Science and Engineering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69075" y="847725"/>
            <a:ext cx="7390225" cy="35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  <a:spcBef>
                <a:spcPct val="0"/>
              </a:spcBef>
            </a:pPr>
            <a:r>
              <a:rPr lang="en-US" sz="2400" i="true" spc="60">
                <a:solidFill>
                  <a:srgbClr val="767679"/>
                </a:solidFill>
                <a:latin typeface="Cerebri Italics"/>
                <a:ea typeface="Cerebri Italics"/>
                <a:cs typeface="Cerebri Italics"/>
                <a:sym typeface="Cerebri Italics"/>
              </a:rPr>
              <a:t>22/7/2025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543925"/>
            <a:ext cx="7390225" cy="71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60">
                <a:solidFill>
                  <a:srgbClr val="767679"/>
                </a:solidFill>
                <a:latin typeface="Cerebri"/>
                <a:ea typeface="Cerebri"/>
                <a:cs typeface="Cerebri"/>
                <a:sym typeface="Cerebri"/>
              </a:rPr>
              <a:t>by: Đào Minh Huy - ITCSIU21132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 spc="60">
                <a:solidFill>
                  <a:srgbClr val="767679"/>
                </a:solidFill>
                <a:latin typeface="Cerebri"/>
                <a:ea typeface="Cerebri"/>
                <a:cs typeface="Cerebri"/>
                <a:sym typeface="Cerebri"/>
              </a:rPr>
              <a:t>Supervisor: Dr. Trần Thanh Tùng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6308" y="5401202"/>
            <a:ext cx="16015385" cy="349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44"/>
              </a:lnSpc>
            </a:pPr>
            <a:r>
              <a:rPr lang="en-US" sz="6722" b="true">
                <a:solidFill>
                  <a:srgbClr val="323334"/>
                </a:solidFill>
                <a:latin typeface="Cerebri Bold"/>
                <a:ea typeface="Cerebri Bold"/>
                <a:cs typeface="Cerebri Bold"/>
                <a:sym typeface="Cerebri Bold"/>
              </a:rPr>
              <a:t>Implementing a Test Generation Service For Flutter Framework</a:t>
            </a:r>
          </a:p>
          <a:p>
            <a:pPr algn="ctr">
              <a:lnSpc>
                <a:spcPts val="9344"/>
              </a:lnSpc>
            </a:pPr>
            <a:r>
              <a:rPr lang="en-US" sz="6722" b="true">
                <a:solidFill>
                  <a:srgbClr val="323334"/>
                </a:solidFill>
                <a:latin typeface="Cerebri Bold"/>
                <a:ea typeface="Cerebri Bold"/>
                <a:cs typeface="Cerebri Bold"/>
                <a:sym typeface="Cerebri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8430" y="3897598"/>
            <a:ext cx="14281722" cy="1245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1"/>
              </a:lnSpc>
            </a:pPr>
            <a:r>
              <a:rPr lang="en-US" sz="9301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Thesis Defense: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83565" y="1745548"/>
            <a:ext cx="7997832" cy="7997832"/>
          </a:xfrm>
          <a:custGeom>
            <a:avLst/>
            <a:gdLst/>
            <a:ahLst/>
            <a:cxnLst/>
            <a:rect r="r" b="b" t="t" l="l"/>
            <a:pathLst>
              <a:path h="7997832" w="7997832">
                <a:moveTo>
                  <a:pt x="0" y="0"/>
                </a:moveTo>
                <a:lnTo>
                  <a:pt x="7997832" y="0"/>
                </a:lnTo>
                <a:lnTo>
                  <a:pt x="7997832" y="7997833"/>
                </a:lnTo>
                <a:lnTo>
                  <a:pt x="0" y="7997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4961" y="4997889"/>
            <a:ext cx="3667370" cy="3667370"/>
          </a:xfrm>
          <a:custGeom>
            <a:avLst/>
            <a:gdLst/>
            <a:ahLst/>
            <a:cxnLst/>
            <a:rect r="r" b="b" t="t" l="l"/>
            <a:pathLst>
              <a:path h="3667370" w="3667370">
                <a:moveTo>
                  <a:pt x="0" y="0"/>
                </a:moveTo>
                <a:lnTo>
                  <a:pt x="3667370" y="0"/>
                </a:lnTo>
                <a:lnTo>
                  <a:pt x="3667370" y="3667369"/>
                </a:lnTo>
                <a:lnTo>
                  <a:pt x="0" y="36673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11290" y="-1989864"/>
            <a:ext cx="9606161" cy="9606161"/>
          </a:xfrm>
          <a:custGeom>
            <a:avLst/>
            <a:gdLst/>
            <a:ahLst/>
            <a:cxnLst/>
            <a:rect r="r" b="b" t="t" l="l"/>
            <a:pathLst>
              <a:path h="9606161" w="9606161">
                <a:moveTo>
                  <a:pt x="0" y="0"/>
                </a:moveTo>
                <a:lnTo>
                  <a:pt x="9606161" y="0"/>
                </a:lnTo>
                <a:lnTo>
                  <a:pt x="9606161" y="9606160"/>
                </a:lnTo>
                <a:lnTo>
                  <a:pt x="0" y="9606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52014" y="9403062"/>
            <a:ext cx="614571" cy="340319"/>
          </a:xfrm>
          <a:custGeom>
            <a:avLst/>
            <a:gdLst/>
            <a:ahLst/>
            <a:cxnLst/>
            <a:rect r="r" b="b" t="t" l="l"/>
            <a:pathLst>
              <a:path h="340319" w="614571">
                <a:moveTo>
                  <a:pt x="0" y="0"/>
                </a:moveTo>
                <a:lnTo>
                  <a:pt x="614572" y="0"/>
                </a:lnTo>
                <a:lnTo>
                  <a:pt x="614572" y="340319"/>
                </a:lnTo>
                <a:lnTo>
                  <a:pt x="0" y="3403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81227" y="1843565"/>
            <a:ext cx="9425446" cy="116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800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Outline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082481" y="3311289"/>
            <a:ext cx="12370389" cy="635099"/>
            <a:chOff x="0" y="0"/>
            <a:chExt cx="16493852" cy="84679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2708283" y="53618"/>
              <a:ext cx="13785569" cy="691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60"/>
                </a:lnSpc>
              </a:pPr>
              <a:r>
                <a:rPr lang="en-US" sz="3200">
                  <a:solidFill>
                    <a:srgbClr val="323232"/>
                  </a:solidFill>
                  <a:latin typeface="Roboto"/>
                  <a:ea typeface="Roboto"/>
                  <a:cs typeface="Roboto"/>
                  <a:sym typeface="Roboto"/>
                </a:rPr>
                <a:t>Introduction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2030259" cy="903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55"/>
                </a:lnSpc>
                <a:spcBef>
                  <a:spcPct val="0"/>
                </a:spcBef>
              </a:pPr>
              <a:r>
                <a:rPr lang="en-US" sz="4196">
                  <a:solidFill>
                    <a:srgbClr val="323232"/>
                  </a:solidFill>
                  <a:latin typeface="Bernoru"/>
                  <a:ea typeface="Bernoru"/>
                  <a:cs typeface="Bernoru"/>
                  <a:sym typeface="Bernoru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82481" y="4640442"/>
            <a:ext cx="9435687" cy="635099"/>
            <a:chOff x="0" y="0"/>
            <a:chExt cx="12580916" cy="84679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2708283" y="53618"/>
              <a:ext cx="9872633" cy="691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60"/>
                </a:lnSpc>
              </a:pPr>
              <a:r>
                <a:rPr lang="en-US" sz="3200">
                  <a:solidFill>
                    <a:srgbClr val="323232"/>
                  </a:solidFill>
                  <a:latin typeface="Roboto"/>
                  <a:ea typeface="Roboto"/>
                  <a:cs typeface="Roboto"/>
                  <a:sym typeface="Roboto"/>
                </a:rPr>
                <a:t>Methodology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57150"/>
              <a:ext cx="2030259" cy="903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55"/>
                </a:lnSpc>
                <a:spcBef>
                  <a:spcPct val="0"/>
                </a:spcBef>
              </a:pPr>
              <a:r>
                <a:rPr lang="en-US" sz="4196">
                  <a:solidFill>
                    <a:srgbClr val="323232"/>
                  </a:solidFill>
                  <a:latin typeface="Bernoru"/>
                  <a:ea typeface="Bernoru"/>
                  <a:cs typeface="Bernoru"/>
                  <a:sym typeface="Bernoru"/>
                </a:rPr>
                <a:t>02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82481" y="6981197"/>
            <a:ext cx="10312323" cy="635060"/>
            <a:chOff x="0" y="0"/>
            <a:chExt cx="13749764" cy="84674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2708283" y="53618"/>
              <a:ext cx="11041480" cy="691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60"/>
                </a:lnSpc>
              </a:pPr>
              <a:r>
                <a:rPr lang="en-US" sz="3200">
                  <a:solidFill>
                    <a:srgbClr val="323232"/>
                  </a:solidFill>
                  <a:latin typeface="Roboto"/>
                  <a:ea typeface="Roboto"/>
                  <a:cs typeface="Roboto"/>
                  <a:sym typeface="Roboto"/>
                </a:rPr>
                <a:t>Conclusion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57150"/>
              <a:ext cx="2030259" cy="903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55"/>
                </a:lnSpc>
                <a:spcBef>
                  <a:spcPct val="0"/>
                </a:spcBef>
              </a:pPr>
              <a:r>
                <a:rPr lang="en-US" sz="4196">
                  <a:solidFill>
                    <a:srgbClr val="323232"/>
                  </a:solidFill>
                  <a:latin typeface="Bernoru"/>
                  <a:ea typeface="Bernoru"/>
                  <a:cs typeface="Bernoru"/>
                  <a:sym typeface="Bernoru"/>
                </a:rPr>
                <a:t>04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082481" y="5844223"/>
            <a:ext cx="9180322" cy="635060"/>
            <a:chOff x="0" y="0"/>
            <a:chExt cx="12240429" cy="84674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2708283" y="53618"/>
              <a:ext cx="9532146" cy="691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60"/>
                </a:lnSpc>
              </a:pPr>
              <a:r>
                <a:rPr lang="en-US" sz="3200">
                  <a:solidFill>
                    <a:srgbClr val="323232"/>
                  </a:solidFill>
                  <a:latin typeface="Roboto"/>
                  <a:ea typeface="Roboto"/>
                  <a:cs typeface="Roboto"/>
                  <a:sym typeface="Roboto"/>
                </a:rPr>
                <a:t>Demo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-57150"/>
              <a:ext cx="2030259" cy="903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55"/>
                </a:lnSpc>
                <a:spcBef>
                  <a:spcPct val="0"/>
                </a:spcBef>
              </a:pPr>
              <a:r>
                <a:rPr lang="en-US" sz="4196">
                  <a:solidFill>
                    <a:srgbClr val="323232"/>
                  </a:solidFill>
                  <a:latin typeface="Bernoru"/>
                  <a:ea typeface="Bernoru"/>
                  <a:cs typeface="Bernoru"/>
                  <a:sym typeface="Bernoru"/>
                </a:rPr>
                <a:t>03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  <p:transition spd="fast">
    <p:wipe dir="r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92178" y="2405293"/>
            <a:ext cx="13492252" cy="13896514"/>
          </a:xfrm>
          <a:custGeom>
            <a:avLst/>
            <a:gdLst/>
            <a:ahLst/>
            <a:cxnLst/>
            <a:rect r="r" b="b" t="t" l="l"/>
            <a:pathLst>
              <a:path h="13896514" w="13492252">
                <a:moveTo>
                  <a:pt x="0" y="0"/>
                </a:moveTo>
                <a:lnTo>
                  <a:pt x="13492252" y="0"/>
                </a:lnTo>
                <a:lnTo>
                  <a:pt x="13492252" y="13896514"/>
                </a:lnTo>
                <a:lnTo>
                  <a:pt x="0" y="13896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400000">
            <a:off x="-587196" y="5138738"/>
            <a:ext cx="3231792" cy="0"/>
          </a:xfrm>
          <a:prstGeom prst="line">
            <a:avLst/>
          </a:prstGeom>
          <a:ln cap="rnd" w="9525">
            <a:solidFill>
              <a:srgbClr val="76767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400000">
            <a:off x="15643404" y="5138738"/>
            <a:ext cx="3231792" cy="0"/>
          </a:xfrm>
          <a:prstGeom prst="line">
            <a:avLst/>
          </a:prstGeom>
          <a:ln cap="rnd" w="9525">
            <a:solidFill>
              <a:srgbClr val="76767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119561" y="4121511"/>
            <a:ext cx="14048878" cy="160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27"/>
              </a:lnSpc>
            </a:pPr>
            <a:r>
              <a:rPr lang="en-US" b="true" sz="12027" spc="300">
                <a:solidFill>
                  <a:srgbClr val="323334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Introduction: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19561" y="5892848"/>
            <a:ext cx="14048878" cy="224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8"/>
              </a:lnSpc>
            </a:pPr>
            <a:r>
              <a:rPr lang="en-US" b="true" sz="8628" i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motivation, problem statement &amp;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21033" y="3125953"/>
            <a:ext cx="7445934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 spc="179">
                <a:solidFill>
                  <a:srgbClr val="767679"/>
                </a:solidFill>
                <a:latin typeface="Kollektif"/>
                <a:ea typeface="Kollektif"/>
                <a:cs typeface="Kollektif"/>
                <a:sym typeface="Kollektif"/>
              </a:rPr>
              <a:t>01.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644729" y="1028700"/>
            <a:ext cx="614571" cy="340319"/>
          </a:xfrm>
          <a:custGeom>
            <a:avLst/>
            <a:gdLst/>
            <a:ahLst/>
            <a:cxnLst/>
            <a:rect r="r" b="b" t="t" l="l"/>
            <a:pathLst>
              <a:path h="340319" w="614571">
                <a:moveTo>
                  <a:pt x="0" y="0"/>
                </a:moveTo>
                <a:lnTo>
                  <a:pt x="614571" y="0"/>
                </a:lnTo>
                <a:lnTo>
                  <a:pt x="614571" y="340319"/>
                </a:lnTo>
                <a:lnTo>
                  <a:pt x="0" y="340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r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43641" y="4924957"/>
            <a:ext cx="9606161" cy="9606161"/>
          </a:xfrm>
          <a:custGeom>
            <a:avLst/>
            <a:gdLst/>
            <a:ahLst/>
            <a:cxnLst/>
            <a:rect r="r" b="b" t="t" l="l"/>
            <a:pathLst>
              <a:path h="9606161" w="9606161">
                <a:moveTo>
                  <a:pt x="0" y="0"/>
                </a:moveTo>
                <a:lnTo>
                  <a:pt x="9606161" y="0"/>
                </a:lnTo>
                <a:lnTo>
                  <a:pt x="9606161" y="9606161"/>
                </a:lnTo>
                <a:lnTo>
                  <a:pt x="0" y="96061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4946" y="8917981"/>
            <a:ext cx="614571" cy="340319"/>
          </a:xfrm>
          <a:custGeom>
            <a:avLst/>
            <a:gdLst/>
            <a:ahLst/>
            <a:cxnLst/>
            <a:rect r="r" b="b" t="t" l="l"/>
            <a:pathLst>
              <a:path h="340319" w="614571">
                <a:moveTo>
                  <a:pt x="0" y="0"/>
                </a:moveTo>
                <a:lnTo>
                  <a:pt x="614571" y="0"/>
                </a:lnTo>
                <a:lnTo>
                  <a:pt x="614571" y="340319"/>
                </a:lnTo>
                <a:lnTo>
                  <a:pt x="0" y="340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16248" y="1171575"/>
            <a:ext cx="10968201" cy="10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7500" i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What is Flutter?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05359" y="2099662"/>
            <a:ext cx="6988478" cy="6988478"/>
          </a:xfrm>
          <a:custGeom>
            <a:avLst/>
            <a:gdLst/>
            <a:ahLst/>
            <a:cxnLst/>
            <a:rect r="r" b="b" t="t" l="l"/>
            <a:pathLst>
              <a:path h="6988478" w="6988478">
                <a:moveTo>
                  <a:pt x="0" y="0"/>
                </a:moveTo>
                <a:lnTo>
                  <a:pt x="6988478" y="0"/>
                </a:lnTo>
                <a:lnTo>
                  <a:pt x="6988478" y="6988479"/>
                </a:lnTo>
                <a:lnTo>
                  <a:pt x="0" y="6988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448" y="2588907"/>
            <a:ext cx="5300301" cy="5300301"/>
          </a:xfrm>
          <a:custGeom>
            <a:avLst/>
            <a:gdLst/>
            <a:ahLst/>
            <a:cxnLst/>
            <a:rect r="r" b="b" t="t" l="l"/>
            <a:pathLst>
              <a:path h="5300301" w="5300301">
                <a:moveTo>
                  <a:pt x="0" y="0"/>
                </a:moveTo>
                <a:lnTo>
                  <a:pt x="5300301" y="0"/>
                </a:lnTo>
                <a:lnTo>
                  <a:pt x="5300301" y="5300301"/>
                </a:lnTo>
                <a:lnTo>
                  <a:pt x="0" y="53003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H="true">
            <a:off x="4491374" y="4163305"/>
            <a:ext cx="4089416" cy="0"/>
          </a:xfrm>
          <a:prstGeom prst="line">
            <a:avLst/>
          </a:prstGeom>
          <a:ln cap="flat" w="38100">
            <a:solidFill>
              <a:srgbClr val="76767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8920550" y="3801058"/>
            <a:ext cx="7726172" cy="203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93"/>
              </a:lnSpc>
            </a:pPr>
            <a:r>
              <a:rPr lang="en-US" sz="2924" spc="73">
                <a:solidFill>
                  <a:srgbClr val="767679"/>
                </a:solidFill>
                <a:latin typeface="Cerebri"/>
                <a:ea typeface="Cerebri"/>
                <a:cs typeface="Cerebri"/>
                <a:sym typeface="Cerebri"/>
              </a:rPr>
              <a:t>Flutter is an open source, cross-platform framework. </a:t>
            </a:r>
          </a:p>
          <a:p>
            <a:pPr algn="just">
              <a:lnSpc>
                <a:spcPts val="4093"/>
              </a:lnSpc>
            </a:pPr>
            <a:r>
              <a:rPr lang="en-US" sz="2924" spc="73">
                <a:solidFill>
                  <a:srgbClr val="767679"/>
                </a:solidFill>
                <a:latin typeface="Cerebri"/>
                <a:ea typeface="Cerebri"/>
                <a:cs typeface="Cerebri"/>
                <a:sym typeface="Cerebri"/>
              </a:rPr>
              <a:t>Can be compiled into multi-platform applications from a single codebase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75121" y="8716333"/>
            <a:ext cx="5472354" cy="245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373"/>
              </a:lnSpc>
            </a:pPr>
            <a:r>
              <a:rPr lang="en-US" b="true" sz="18373" spc="918">
                <a:solidFill>
                  <a:srgbClr val="323334">
                    <a:alpha val="49804"/>
                  </a:srgbClr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01. </a:t>
            </a:r>
          </a:p>
        </p:txBody>
      </p:sp>
      <p:sp>
        <p:nvSpPr>
          <p:cNvPr name="AutoShape 10" id="10"/>
          <p:cNvSpPr/>
          <p:nvPr/>
        </p:nvSpPr>
        <p:spPr>
          <a:xfrm flipH="true">
            <a:off x="5828112" y="5220007"/>
            <a:ext cx="2752677" cy="19050"/>
          </a:xfrm>
          <a:prstGeom prst="line">
            <a:avLst/>
          </a:prstGeom>
          <a:ln cap="flat" w="38100">
            <a:solidFill>
              <a:srgbClr val="767679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  <p:transition spd="fast">
    <p:wipe dir="r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95252" y="5098562"/>
            <a:ext cx="4159738" cy="4159738"/>
          </a:xfrm>
          <a:custGeom>
            <a:avLst/>
            <a:gdLst/>
            <a:ahLst/>
            <a:cxnLst/>
            <a:rect r="r" b="b" t="t" l="l"/>
            <a:pathLst>
              <a:path h="4159738" w="4159738">
                <a:moveTo>
                  <a:pt x="0" y="0"/>
                </a:moveTo>
                <a:lnTo>
                  <a:pt x="4159738" y="0"/>
                </a:lnTo>
                <a:lnTo>
                  <a:pt x="4159738" y="4159738"/>
                </a:lnTo>
                <a:lnTo>
                  <a:pt x="0" y="4159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65413" y="1369207"/>
            <a:ext cx="7199241" cy="7199241"/>
          </a:xfrm>
          <a:custGeom>
            <a:avLst/>
            <a:gdLst/>
            <a:ahLst/>
            <a:cxnLst/>
            <a:rect r="r" b="b" t="t" l="l"/>
            <a:pathLst>
              <a:path h="7199241" w="7199241">
                <a:moveTo>
                  <a:pt x="0" y="0"/>
                </a:moveTo>
                <a:lnTo>
                  <a:pt x="7199240" y="0"/>
                </a:lnTo>
                <a:lnTo>
                  <a:pt x="7199240" y="7199241"/>
                </a:lnTo>
                <a:lnTo>
                  <a:pt x="0" y="71992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842066" y="3322078"/>
            <a:ext cx="6247503" cy="5246370"/>
            <a:chOff x="-468630" y="0"/>
            <a:chExt cx="6625590" cy="55638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25590" cy="5563870"/>
            </a:xfrm>
            <a:custGeom>
              <a:avLst/>
              <a:gdLst/>
              <a:ahLst/>
              <a:cxnLst/>
              <a:rect r="r" b="b" t="t" l="l"/>
              <a:pathLst>
                <a:path h="5563870" w="6625590">
                  <a:moveTo>
                    <a:pt x="3799840" y="1765300"/>
                  </a:moveTo>
                  <a:lnTo>
                    <a:pt x="6625590" y="3530600"/>
                  </a:lnTo>
                  <a:cubicBezTo>
                    <a:pt x="5650230" y="5090160"/>
                    <a:pt x="3595370" y="5563870"/>
                    <a:pt x="2034540" y="4589780"/>
                  </a:cubicBezTo>
                  <a:cubicBezTo>
                    <a:pt x="473710" y="3615690"/>
                    <a:pt x="0" y="1559560"/>
                    <a:pt x="975360" y="0"/>
                  </a:cubicBezTo>
                  <a:lnTo>
                    <a:pt x="3799840" y="1765300"/>
                  </a:lnTo>
                  <a:close/>
                </a:path>
              </a:pathLst>
            </a:custGeom>
            <a:blipFill>
              <a:blip r:embed="rId7"/>
              <a:stretch>
                <a:fillRect l="-5175" t="0" r="-5175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572239" y="1998087"/>
            <a:ext cx="9606161" cy="9606161"/>
          </a:xfrm>
          <a:custGeom>
            <a:avLst/>
            <a:gdLst/>
            <a:ahLst/>
            <a:cxnLst/>
            <a:rect r="r" b="b" t="t" l="l"/>
            <a:pathLst>
              <a:path h="9606161" w="9606161">
                <a:moveTo>
                  <a:pt x="0" y="0"/>
                </a:moveTo>
                <a:lnTo>
                  <a:pt x="9606161" y="0"/>
                </a:lnTo>
                <a:lnTo>
                  <a:pt x="9606161" y="9606161"/>
                </a:lnTo>
                <a:lnTo>
                  <a:pt x="0" y="96061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140848" y="-3433873"/>
            <a:ext cx="9606161" cy="9606161"/>
          </a:xfrm>
          <a:custGeom>
            <a:avLst/>
            <a:gdLst/>
            <a:ahLst/>
            <a:cxnLst/>
            <a:rect r="r" b="b" t="t" l="l"/>
            <a:pathLst>
              <a:path h="9606161" w="9606161">
                <a:moveTo>
                  <a:pt x="0" y="0"/>
                </a:moveTo>
                <a:lnTo>
                  <a:pt x="9606160" y="0"/>
                </a:lnTo>
                <a:lnTo>
                  <a:pt x="9606160" y="9606161"/>
                </a:lnTo>
                <a:lnTo>
                  <a:pt x="0" y="96061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4946" y="8917981"/>
            <a:ext cx="614571" cy="340319"/>
          </a:xfrm>
          <a:custGeom>
            <a:avLst/>
            <a:gdLst/>
            <a:ahLst/>
            <a:cxnLst/>
            <a:rect r="r" b="b" t="t" l="l"/>
            <a:pathLst>
              <a:path h="340319" w="614571">
                <a:moveTo>
                  <a:pt x="0" y="0"/>
                </a:moveTo>
                <a:lnTo>
                  <a:pt x="614571" y="0"/>
                </a:lnTo>
                <a:lnTo>
                  <a:pt x="614571" y="340319"/>
                </a:lnTo>
                <a:lnTo>
                  <a:pt x="0" y="3403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54946" y="2319481"/>
            <a:ext cx="10477365" cy="116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800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46816" y="3551190"/>
            <a:ext cx="7445934" cy="333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999"/>
              </a:lnSpc>
            </a:pPr>
            <a:r>
              <a:rPr lang="en-US" b="true" sz="24999" spc="1249">
                <a:solidFill>
                  <a:srgbClr val="323334">
                    <a:alpha val="49804"/>
                  </a:srgbClr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01.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822994" y="4144426"/>
            <a:ext cx="4130289" cy="4114800"/>
          </a:xfrm>
          <a:custGeom>
            <a:avLst/>
            <a:gdLst/>
            <a:ahLst/>
            <a:cxnLst/>
            <a:rect r="r" b="b" t="t" l="l"/>
            <a:pathLst>
              <a:path h="4114800" w="4130289">
                <a:moveTo>
                  <a:pt x="0" y="0"/>
                </a:moveTo>
                <a:lnTo>
                  <a:pt x="4130289" y="0"/>
                </a:lnTo>
                <a:lnTo>
                  <a:pt x="41302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636016" y="4273727"/>
            <a:ext cx="9124096" cy="440009"/>
            <a:chOff x="0" y="0"/>
            <a:chExt cx="12165461" cy="58667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863899" y="-47625"/>
              <a:ext cx="10301562" cy="634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093"/>
                </a:lnSpc>
              </a:pPr>
              <a:r>
                <a:rPr lang="en-US" sz="2924" spc="73">
                  <a:solidFill>
                    <a:srgbClr val="767679"/>
                  </a:solidFill>
                  <a:latin typeface="Cerebri"/>
                  <a:ea typeface="Cerebri"/>
                  <a:cs typeface="Cerebri"/>
                  <a:sym typeface="Cerebri"/>
                </a:rPr>
                <a:t>Testing is essential</a:t>
              </a:r>
            </a:p>
          </p:txBody>
        </p:sp>
        <p:sp>
          <p:nvSpPr>
            <p:cNvPr name="AutoShape 14" id="14"/>
            <p:cNvSpPr/>
            <p:nvPr/>
          </p:nvSpPr>
          <p:spPr>
            <a:xfrm flipH="true">
              <a:off x="0" y="293339"/>
              <a:ext cx="1863899" cy="0"/>
            </a:xfrm>
            <a:prstGeom prst="line">
              <a:avLst/>
            </a:prstGeom>
            <a:ln cap="flat" w="50800">
              <a:solidFill>
                <a:srgbClr val="767679"/>
              </a:solidFill>
              <a:prstDash val="solid"/>
              <a:headEnd type="none" len="sm" w="sm"/>
              <a:tailEnd type="oval" len="lg" w="lg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518347" y="7658581"/>
            <a:ext cx="10314906" cy="440009"/>
            <a:chOff x="0" y="0"/>
            <a:chExt cx="13753208" cy="586678"/>
          </a:xfrm>
        </p:grpSpPr>
        <p:sp>
          <p:nvSpPr>
            <p:cNvPr name="AutoShape 16" id="16"/>
            <p:cNvSpPr/>
            <p:nvPr/>
          </p:nvSpPr>
          <p:spPr>
            <a:xfrm flipH="true">
              <a:off x="0" y="293339"/>
              <a:ext cx="3451646" cy="0"/>
            </a:xfrm>
            <a:prstGeom prst="line">
              <a:avLst/>
            </a:prstGeom>
            <a:ln cap="flat" w="50800">
              <a:solidFill>
                <a:srgbClr val="767679"/>
              </a:solidFill>
              <a:prstDash val="solid"/>
              <a:headEnd type="none" len="sm" w="sm"/>
              <a:tailEnd type="oval" len="lg" w="lg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3451646" y="-47625"/>
              <a:ext cx="10301562" cy="634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093"/>
                </a:lnSpc>
              </a:pPr>
              <a:r>
                <a:rPr lang="en-US" sz="2924" spc="73">
                  <a:solidFill>
                    <a:srgbClr val="767679"/>
                  </a:solidFill>
                  <a:latin typeface="Cerebri"/>
                  <a:ea typeface="Cerebri"/>
                  <a:cs typeface="Cerebri"/>
                  <a:sym typeface="Cerebri"/>
                </a:rPr>
                <a:t>Tedious and time-comsuming</a:t>
              </a:r>
            </a:p>
          </p:txBody>
        </p:sp>
      </p:grpSp>
    </p:spTree>
  </p:cSld>
  <p:clrMapOvr>
    <a:masterClrMapping/>
  </p:clrMapOvr>
  <p:transition spd="fast">
    <p:wipe dir="r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84036" y="1745548"/>
            <a:ext cx="7997832" cy="7997832"/>
          </a:xfrm>
          <a:custGeom>
            <a:avLst/>
            <a:gdLst/>
            <a:ahLst/>
            <a:cxnLst/>
            <a:rect r="r" b="b" t="t" l="l"/>
            <a:pathLst>
              <a:path h="7997832" w="7997832">
                <a:moveTo>
                  <a:pt x="0" y="0"/>
                </a:moveTo>
                <a:lnTo>
                  <a:pt x="7997832" y="0"/>
                </a:lnTo>
                <a:lnTo>
                  <a:pt x="7997832" y="7997833"/>
                </a:lnTo>
                <a:lnTo>
                  <a:pt x="0" y="7997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73813" y="-1649546"/>
            <a:ext cx="9606161" cy="9606161"/>
          </a:xfrm>
          <a:custGeom>
            <a:avLst/>
            <a:gdLst/>
            <a:ahLst/>
            <a:cxnLst/>
            <a:rect r="r" b="b" t="t" l="l"/>
            <a:pathLst>
              <a:path h="9606161" w="9606161">
                <a:moveTo>
                  <a:pt x="0" y="0"/>
                </a:moveTo>
                <a:lnTo>
                  <a:pt x="9606161" y="0"/>
                </a:lnTo>
                <a:lnTo>
                  <a:pt x="9606161" y="9606161"/>
                </a:lnTo>
                <a:lnTo>
                  <a:pt x="0" y="96061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1591143" y="2847296"/>
            <a:ext cx="3584349" cy="5354408"/>
            <a:chOff x="0" y="0"/>
            <a:chExt cx="5969000" cy="89166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6350"/>
              <a:ext cx="5968747" cy="8903970"/>
            </a:xfrm>
            <a:custGeom>
              <a:avLst/>
              <a:gdLst/>
              <a:ahLst/>
              <a:cxnLst/>
              <a:rect r="r" b="b" t="t" l="l"/>
              <a:pathLst>
                <a:path h="8903970" w="5968747">
                  <a:moveTo>
                    <a:pt x="2988310" y="8903970"/>
                  </a:moveTo>
                  <a:lnTo>
                    <a:pt x="2980563" y="8903970"/>
                  </a:lnTo>
                  <a:cubicBezTo>
                    <a:pt x="2246376" y="8903970"/>
                    <a:pt x="1538224" y="8630412"/>
                    <a:pt x="986790" y="8133714"/>
                  </a:cubicBezTo>
                  <a:cubicBezTo>
                    <a:pt x="420243" y="7623429"/>
                    <a:pt x="76581" y="6921881"/>
                    <a:pt x="19177" y="6158230"/>
                  </a:cubicBezTo>
                  <a:lnTo>
                    <a:pt x="16510" y="6121781"/>
                  </a:lnTo>
                  <a:cubicBezTo>
                    <a:pt x="4064" y="5781802"/>
                    <a:pt x="0" y="2921762"/>
                    <a:pt x="23876" y="2678811"/>
                  </a:cubicBezTo>
                  <a:cubicBezTo>
                    <a:pt x="96647" y="1941195"/>
                    <a:pt x="439801" y="1261618"/>
                    <a:pt x="990092" y="765302"/>
                  </a:cubicBezTo>
                  <a:cubicBezTo>
                    <a:pt x="1537208" y="271780"/>
                    <a:pt x="2242439" y="0"/>
                    <a:pt x="2975737" y="0"/>
                  </a:cubicBezTo>
                  <a:lnTo>
                    <a:pt x="2992882" y="0"/>
                  </a:lnTo>
                  <a:cubicBezTo>
                    <a:pt x="3726180" y="0"/>
                    <a:pt x="4431411" y="271780"/>
                    <a:pt x="4978527" y="765302"/>
                  </a:cubicBezTo>
                  <a:cubicBezTo>
                    <a:pt x="5528945" y="1261745"/>
                    <a:pt x="5871972" y="1941195"/>
                    <a:pt x="5944743" y="2678684"/>
                  </a:cubicBezTo>
                  <a:cubicBezTo>
                    <a:pt x="5968747" y="2921762"/>
                    <a:pt x="5964555" y="5782310"/>
                    <a:pt x="5952109" y="6122289"/>
                  </a:cubicBezTo>
                  <a:lnTo>
                    <a:pt x="5951982" y="6125083"/>
                  </a:lnTo>
                  <a:lnTo>
                    <a:pt x="5949442" y="6158230"/>
                  </a:lnTo>
                  <a:cubicBezTo>
                    <a:pt x="5892038" y="6921881"/>
                    <a:pt x="5548376" y="7623429"/>
                    <a:pt x="4981829" y="8133715"/>
                  </a:cubicBezTo>
                  <a:cubicBezTo>
                    <a:pt x="4430522" y="8630412"/>
                    <a:pt x="3722497" y="8903970"/>
                    <a:pt x="2988310" y="8903970"/>
                  </a:cubicBezTo>
                  <a:close/>
                  <a:moveTo>
                    <a:pt x="2975737" y="19050"/>
                  </a:moveTo>
                  <a:cubicBezTo>
                    <a:pt x="2247138" y="19050"/>
                    <a:pt x="1546479" y="289052"/>
                    <a:pt x="1002792" y="779399"/>
                  </a:cubicBezTo>
                  <a:cubicBezTo>
                    <a:pt x="455930" y="1272540"/>
                    <a:pt x="115062" y="1947799"/>
                    <a:pt x="42926" y="2680589"/>
                  </a:cubicBezTo>
                  <a:cubicBezTo>
                    <a:pt x="19050" y="2923286"/>
                    <a:pt x="23241" y="5781167"/>
                    <a:pt x="35560" y="6121019"/>
                  </a:cubicBezTo>
                  <a:lnTo>
                    <a:pt x="35687" y="6123686"/>
                  </a:lnTo>
                  <a:lnTo>
                    <a:pt x="38227" y="6156706"/>
                  </a:lnTo>
                  <a:cubicBezTo>
                    <a:pt x="95250" y="6915403"/>
                    <a:pt x="436626" y="7612507"/>
                    <a:pt x="999617" y="8119490"/>
                  </a:cubicBezTo>
                  <a:cubicBezTo>
                    <a:pt x="1547622" y="8613012"/>
                    <a:pt x="2251202" y="8884793"/>
                    <a:pt x="2980690" y="8884793"/>
                  </a:cubicBezTo>
                  <a:lnTo>
                    <a:pt x="2988437" y="8884793"/>
                  </a:lnTo>
                  <a:cubicBezTo>
                    <a:pt x="3717925" y="8884793"/>
                    <a:pt x="4421378" y="8613012"/>
                    <a:pt x="4969383" y="8119490"/>
                  </a:cubicBezTo>
                  <a:cubicBezTo>
                    <a:pt x="5532374" y="7612507"/>
                    <a:pt x="5873750" y="6915403"/>
                    <a:pt x="5930773" y="6156706"/>
                  </a:cubicBezTo>
                  <a:lnTo>
                    <a:pt x="5933313" y="6121527"/>
                  </a:lnTo>
                  <a:cubicBezTo>
                    <a:pt x="5945632" y="5781675"/>
                    <a:pt x="5949950" y="2923159"/>
                    <a:pt x="5925947" y="2680462"/>
                  </a:cubicBezTo>
                  <a:cubicBezTo>
                    <a:pt x="5853684" y="1947672"/>
                    <a:pt x="5512816" y="1272540"/>
                    <a:pt x="4965954" y="779272"/>
                  </a:cubicBezTo>
                  <a:cubicBezTo>
                    <a:pt x="4422140" y="289052"/>
                    <a:pt x="3721481" y="19050"/>
                    <a:pt x="2992882" y="19050"/>
                  </a:cubicBezTo>
                  <a:lnTo>
                    <a:pt x="2975737" y="19050"/>
                  </a:lnTo>
                  <a:close/>
                </a:path>
              </a:pathLst>
            </a:custGeom>
            <a:solidFill>
              <a:srgbClr val="32333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8844" y="155701"/>
              <a:ext cx="5671185" cy="8605520"/>
            </a:xfrm>
            <a:custGeom>
              <a:avLst/>
              <a:gdLst/>
              <a:ahLst/>
              <a:cxnLst/>
              <a:rect r="r" b="b" t="t" l="l"/>
              <a:pathLst>
                <a:path h="8605520" w="5671185">
                  <a:moveTo>
                    <a:pt x="2831846" y="8605394"/>
                  </a:moveTo>
                  <a:cubicBezTo>
                    <a:pt x="2134616" y="8605394"/>
                    <a:pt x="1462024" y="8345425"/>
                    <a:pt x="937895" y="7873493"/>
                  </a:cubicBezTo>
                  <a:cubicBezTo>
                    <a:pt x="399923" y="7388987"/>
                    <a:pt x="73660" y="6722873"/>
                    <a:pt x="19177" y="5997702"/>
                  </a:cubicBezTo>
                  <a:lnTo>
                    <a:pt x="16891" y="5966968"/>
                  </a:lnTo>
                  <a:cubicBezTo>
                    <a:pt x="4572" y="5629021"/>
                    <a:pt x="0" y="2784729"/>
                    <a:pt x="23749" y="2544064"/>
                  </a:cubicBezTo>
                  <a:cubicBezTo>
                    <a:pt x="92710" y="1843532"/>
                    <a:pt x="418592" y="1198245"/>
                    <a:pt x="941324" y="726821"/>
                  </a:cubicBezTo>
                  <a:cubicBezTo>
                    <a:pt x="1461008" y="258064"/>
                    <a:pt x="2130679" y="0"/>
                    <a:pt x="2827020" y="0"/>
                  </a:cubicBezTo>
                  <a:lnTo>
                    <a:pt x="2844165" y="0"/>
                  </a:lnTo>
                  <a:cubicBezTo>
                    <a:pt x="3540506" y="0"/>
                    <a:pt x="4210177" y="258191"/>
                    <a:pt x="4729861" y="726949"/>
                  </a:cubicBezTo>
                  <a:cubicBezTo>
                    <a:pt x="5252593" y="1198373"/>
                    <a:pt x="5578475" y="1843787"/>
                    <a:pt x="5647436" y="2544192"/>
                  </a:cubicBezTo>
                  <a:cubicBezTo>
                    <a:pt x="5671185" y="2784857"/>
                    <a:pt x="5666613" y="5629149"/>
                    <a:pt x="5654167" y="5967731"/>
                  </a:cubicBezTo>
                  <a:lnTo>
                    <a:pt x="5651881" y="5997830"/>
                  </a:lnTo>
                  <a:cubicBezTo>
                    <a:pt x="5597398" y="6722999"/>
                    <a:pt x="5271135" y="7389242"/>
                    <a:pt x="4733163" y="7873747"/>
                  </a:cubicBezTo>
                  <a:cubicBezTo>
                    <a:pt x="4209161" y="8345679"/>
                    <a:pt x="3536569" y="8605521"/>
                    <a:pt x="2839339" y="8605521"/>
                  </a:cubicBezTo>
                  <a:lnTo>
                    <a:pt x="2831846" y="8605521"/>
                  </a:lnTo>
                  <a:close/>
                </a:path>
              </a:pathLst>
            </a:custGeom>
            <a:blipFill>
              <a:blip r:embed="rId7"/>
              <a:stretch>
                <a:fillRect l="-55267" t="0" r="-78866" b="-15447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408235" y="5590930"/>
            <a:ext cx="3667370" cy="3667370"/>
          </a:xfrm>
          <a:custGeom>
            <a:avLst/>
            <a:gdLst/>
            <a:ahLst/>
            <a:cxnLst/>
            <a:rect r="r" b="b" t="t" l="l"/>
            <a:pathLst>
              <a:path h="3667370" w="3667370">
                <a:moveTo>
                  <a:pt x="0" y="0"/>
                </a:moveTo>
                <a:lnTo>
                  <a:pt x="3667369" y="0"/>
                </a:lnTo>
                <a:lnTo>
                  <a:pt x="3667369" y="3667370"/>
                </a:lnTo>
                <a:lnTo>
                  <a:pt x="0" y="36673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64571" y="2492421"/>
            <a:ext cx="10120420" cy="1130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0"/>
              </a:lnSpc>
            </a:pPr>
            <a:r>
              <a:rPr lang="en-US" sz="8500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Objective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3621" y="4237105"/>
            <a:ext cx="8271762" cy="247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54">
                <a:solidFill>
                  <a:srgbClr val="767679"/>
                </a:solidFill>
                <a:latin typeface="Inter"/>
                <a:ea typeface="Inter"/>
                <a:cs typeface="Inter"/>
                <a:sym typeface="Inter"/>
              </a:rPr>
              <a:t>Provide an intuitive interface for end-to-end process of analyzing and creating tests for a Flutter project</a:t>
            </a:r>
          </a:p>
          <a:p>
            <a:pPr algn="l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54">
                <a:solidFill>
                  <a:srgbClr val="767679"/>
                </a:solidFill>
                <a:latin typeface="Inter"/>
                <a:ea typeface="Inter"/>
                <a:cs typeface="Inter"/>
                <a:sym typeface="Inter"/>
              </a:rPr>
              <a:t>Support a wide range of test types</a:t>
            </a:r>
          </a:p>
          <a:p>
            <a:pPr algn="l" marL="474979" indent="-237490" lvl="1">
              <a:lnSpc>
                <a:spcPts val="3981"/>
              </a:lnSpc>
              <a:buFont typeface="Arial"/>
              <a:buChar char="•"/>
            </a:pPr>
            <a:r>
              <a:rPr lang="en-US" sz="2199" spc="54">
                <a:solidFill>
                  <a:srgbClr val="767679"/>
                </a:solidFill>
                <a:latin typeface="Inter"/>
                <a:ea typeface="Inter"/>
                <a:cs typeface="Inter"/>
                <a:sym typeface="Inter"/>
              </a:rPr>
              <a:t>Build a scalable system that can support multiple frameworks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98286" y="2021773"/>
            <a:ext cx="6973076" cy="267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000"/>
              </a:lnSpc>
            </a:pPr>
            <a:r>
              <a:rPr lang="en-US" b="true" sz="20000" spc="1000">
                <a:solidFill>
                  <a:srgbClr val="767679">
                    <a:alpha val="49804"/>
                  </a:srgbClr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01.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175493" y="5354341"/>
            <a:ext cx="614571" cy="340319"/>
          </a:xfrm>
          <a:custGeom>
            <a:avLst/>
            <a:gdLst/>
            <a:ahLst/>
            <a:cxnLst/>
            <a:rect r="r" b="b" t="t" l="l"/>
            <a:pathLst>
              <a:path h="340319" w="614571">
                <a:moveTo>
                  <a:pt x="0" y="0"/>
                </a:moveTo>
                <a:lnTo>
                  <a:pt x="614571" y="0"/>
                </a:lnTo>
                <a:lnTo>
                  <a:pt x="614571" y="340318"/>
                </a:lnTo>
                <a:lnTo>
                  <a:pt x="0" y="3403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r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34174" y="2513921"/>
            <a:ext cx="5246009" cy="5259157"/>
          </a:xfrm>
          <a:custGeom>
            <a:avLst/>
            <a:gdLst/>
            <a:ahLst/>
            <a:cxnLst/>
            <a:rect r="r" b="b" t="t" l="l"/>
            <a:pathLst>
              <a:path h="5259157" w="5246009">
                <a:moveTo>
                  <a:pt x="0" y="0"/>
                </a:moveTo>
                <a:lnTo>
                  <a:pt x="5246010" y="0"/>
                </a:lnTo>
                <a:lnTo>
                  <a:pt x="5246010" y="5259158"/>
                </a:lnTo>
                <a:lnTo>
                  <a:pt x="0" y="5259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05069" y="3539786"/>
            <a:ext cx="6017772" cy="6017772"/>
          </a:xfrm>
          <a:custGeom>
            <a:avLst/>
            <a:gdLst/>
            <a:ahLst/>
            <a:cxnLst/>
            <a:rect r="r" b="b" t="t" l="l"/>
            <a:pathLst>
              <a:path h="6017772" w="6017772">
                <a:moveTo>
                  <a:pt x="0" y="0"/>
                </a:moveTo>
                <a:lnTo>
                  <a:pt x="6017772" y="0"/>
                </a:lnTo>
                <a:lnTo>
                  <a:pt x="6017772" y="6017772"/>
                </a:lnTo>
                <a:lnTo>
                  <a:pt x="0" y="60177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560532" y="2513921"/>
            <a:ext cx="5219652" cy="5219631"/>
            <a:chOff x="0" y="0"/>
            <a:chExt cx="6350000" cy="63499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>
                <a:alphaModFix amt="62000"/>
              </a:blip>
              <a:stretch>
                <a:fillRect l="-25187" t="0" r="-25187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534174" y="2289168"/>
            <a:ext cx="7997832" cy="7997832"/>
          </a:xfrm>
          <a:custGeom>
            <a:avLst/>
            <a:gdLst/>
            <a:ahLst/>
            <a:cxnLst/>
            <a:rect r="r" b="b" t="t" l="l"/>
            <a:pathLst>
              <a:path h="7997832" w="7997832">
                <a:moveTo>
                  <a:pt x="0" y="0"/>
                </a:moveTo>
                <a:lnTo>
                  <a:pt x="7997832" y="0"/>
                </a:lnTo>
                <a:lnTo>
                  <a:pt x="7997832" y="7997832"/>
                </a:lnTo>
                <a:lnTo>
                  <a:pt x="0" y="79978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48117" y="-2085150"/>
            <a:ext cx="9606161" cy="9606161"/>
          </a:xfrm>
          <a:custGeom>
            <a:avLst/>
            <a:gdLst/>
            <a:ahLst/>
            <a:cxnLst/>
            <a:rect r="r" b="b" t="t" l="l"/>
            <a:pathLst>
              <a:path h="9606161" w="9606161">
                <a:moveTo>
                  <a:pt x="0" y="0"/>
                </a:moveTo>
                <a:lnTo>
                  <a:pt x="9606161" y="0"/>
                </a:lnTo>
                <a:lnTo>
                  <a:pt x="9606161" y="9606161"/>
                </a:lnTo>
                <a:lnTo>
                  <a:pt x="0" y="96061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1679" y="4026373"/>
            <a:ext cx="16004641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38"/>
              </a:lnSpc>
            </a:pPr>
            <a:r>
              <a:rPr lang="en-US" b="true" sz="12698" i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52128" y="3652838"/>
            <a:ext cx="78374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  <a:spcBef>
                <a:spcPct val="0"/>
              </a:spcBef>
            </a:pPr>
            <a:r>
              <a:rPr lang="en-US" sz="3499" spc="87">
                <a:solidFill>
                  <a:srgbClr val="767679"/>
                </a:solidFill>
                <a:latin typeface="Cerebri"/>
                <a:ea typeface="Cerebri"/>
                <a:cs typeface="Cerebri"/>
                <a:sym typeface="Cerebri"/>
              </a:rPr>
              <a:t>02.</a:t>
            </a:r>
          </a:p>
        </p:txBody>
      </p:sp>
    </p:spTree>
  </p:cSld>
  <p:clrMapOvr>
    <a:masterClrMapping/>
  </p:clrMapOvr>
  <p:transition spd="fast">
    <p:wipe dir="r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1062" y="308698"/>
            <a:ext cx="9329977" cy="9329977"/>
          </a:xfrm>
          <a:custGeom>
            <a:avLst/>
            <a:gdLst/>
            <a:ahLst/>
            <a:cxnLst/>
            <a:rect r="r" b="b" t="t" l="l"/>
            <a:pathLst>
              <a:path h="9329977" w="9329977">
                <a:moveTo>
                  <a:pt x="0" y="0"/>
                </a:moveTo>
                <a:lnTo>
                  <a:pt x="9329976" y="0"/>
                </a:lnTo>
                <a:lnTo>
                  <a:pt x="9329976" y="9329977"/>
                </a:lnTo>
                <a:lnTo>
                  <a:pt x="0" y="9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47527" y="3735225"/>
            <a:ext cx="3667370" cy="3667370"/>
          </a:xfrm>
          <a:custGeom>
            <a:avLst/>
            <a:gdLst/>
            <a:ahLst/>
            <a:cxnLst/>
            <a:rect r="r" b="b" t="t" l="l"/>
            <a:pathLst>
              <a:path h="3667370" w="3667370">
                <a:moveTo>
                  <a:pt x="0" y="0"/>
                </a:moveTo>
                <a:lnTo>
                  <a:pt x="3667370" y="0"/>
                </a:lnTo>
                <a:lnTo>
                  <a:pt x="3667370" y="3667369"/>
                </a:lnTo>
                <a:lnTo>
                  <a:pt x="0" y="36673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38787" y="4514165"/>
            <a:ext cx="6410426" cy="228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b="true" sz="8800" i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Approach Explanation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5725" y="308698"/>
            <a:ext cx="557216" cy="37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86"/>
              </a:lnSpc>
              <a:spcBef>
                <a:spcPct val="0"/>
              </a:spcBef>
            </a:pPr>
            <a:r>
              <a:rPr lang="en-US" sz="2488" spc="62">
                <a:solidFill>
                  <a:srgbClr val="767679"/>
                </a:solidFill>
                <a:latin typeface="Cerebri"/>
                <a:ea typeface="Cerebri"/>
                <a:cs typeface="Cerebri"/>
                <a:sym typeface="Cerebri"/>
              </a:rPr>
              <a:t>02.</a:t>
            </a:r>
          </a:p>
        </p:txBody>
      </p:sp>
    </p:spTree>
  </p:cSld>
  <p:clrMapOvr>
    <a:masterClrMapping/>
  </p:clrMapOvr>
  <p:transition spd="fast">
    <p:wipe dir="r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04059" y="-3762508"/>
            <a:ext cx="9329977" cy="9329977"/>
          </a:xfrm>
          <a:custGeom>
            <a:avLst/>
            <a:gdLst/>
            <a:ahLst/>
            <a:cxnLst/>
            <a:rect r="r" b="b" t="t" l="l"/>
            <a:pathLst>
              <a:path h="9329977" w="9329977">
                <a:moveTo>
                  <a:pt x="0" y="0"/>
                </a:moveTo>
                <a:lnTo>
                  <a:pt x="9329977" y="0"/>
                </a:lnTo>
                <a:lnTo>
                  <a:pt x="9329977" y="9329977"/>
                </a:lnTo>
                <a:lnTo>
                  <a:pt x="0" y="9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72407" y="-335981"/>
            <a:ext cx="3667370" cy="3667370"/>
          </a:xfrm>
          <a:custGeom>
            <a:avLst/>
            <a:gdLst/>
            <a:ahLst/>
            <a:cxnLst/>
            <a:rect r="r" b="b" t="t" l="l"/>
            <a:pathLst>
              <a:path h="3667370" w="3667370">
                <a:moveTo>
                  <a:pt x="0" y="0"/>
                </a:moveTo>
                <a:lnTo>
                  <a:pt x="3667369" y="0"/>
                </a:lnTo>
                <a:lnTo>
                  <a:pt x="3667369" y="3667369"/>
                </a:lnTo>
                <a:lnTo>
                  <a:pt x="0" y="36673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78189" y="4964975"/>
            <a:ext cx="2839501" cy="2229452"/>
          </a:xfrm>
          <a:custGeom>
            <a:avLst/>
            <a:gdLst/>
            <a:ahLst/>
            <a:cxnLst/>
            <a:rect r="r" b="b" t="t" l="l"/>
            <a:pathLst>
              <a:path h="2229452" w="2839501">
                <a:moveTo>
                  <a:pt x="0" y="0"/>
                </a:moveTo>
                <a:lnTo>
                  <a:pt x="2839502" y="0"/>
                </a:lnTo>
                <a:lnTo>
                  <a:pt x="2839502" y="2229452"/>
                </a:lnTo>
                <a:lnTo>
                  <a:pt x="0" y="222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14172" y="4812553"/>
            <a:ext cx="2534296" cy="2534296"/>
          </a:xfrm>
          <a:custGeom>
            <a:avLst/>
            <a:gdLst/>
            <a:ahLst/>
            <a:cxnLst/>
            <a:rect r="r" b="b" t="t" l="l"/>
            <a:pathLst>
              <a:path h="2534296" w="2534296">
                <a:moveTo>
                  <a:pt x="0" y="0"/>
                </a:moveTo>
                <a:lnTo>
                  <a:pt x="2534296" y="0"/>
                </a:lnTo>
                <a:lnTo>
                  <a:pt x="2534296" y="2534296"/>
                </a:lnTo>
                <a:lnTo>
                  <a:pt x="0" y="25342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327809" y="6109276"/>
            <a:ext cx="2063014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656645" y="4453118"/>
            <a:ext cx="3253165" cy="3253165"/>
          </a:xfrm>
          <a:custGeom>
            <a:avLst/>
            <a:gdLst/>
            <a:ahLst/>
            <a:cxnLst/>
            <a:rect r="r" b="b" t="t" l="l"/>
            <a:pathLst>
              <a:path h="3253165" w="3253165">
                <a:moveTo>
                  <a:pt x="0" y="0"/>
                </a:moveTo>
                <a:lnTo>
                  <a:pt x="3253166" y="0"/>
                </a:lnTo>
                <a:lnTo>
                  <a:pt x="3253166" y="3253165"/>
                </a:lnTo>
                <a:lnTo>
                  <a:pt x="0" y="32531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10371817" y="6138851"/>
            <a:ext cx="2063014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09809" y="171450"/>
            <a:ext cx="6410426" cy="228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b="true" sz="8800" i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Direct Approach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725" y="308698"/>
            <a:ext cx="557216" cy="37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86"/>
              </a:lnSpc>
              <a:spcBef>
                <a:spcPct val="0"/>
              </a:spcBef>
            </a:pPr>
            <a:r>
              <a:rPr lang="en-US" sz="2488" spc="62">
                <a:solidFill>
                  <a:srgbClr val="767679"/>
                </a:solidFill>
                <a:latin typeface="Cerebri"/>
                <a:ea typeface="Cerebri"/>
                <a:cs typeface="Cerebri"/>
                <a:sym typeface="Cerebri"/>
              </a:rPr>
              <a:t>02.</a:t>
            </a:r>
          </a:p>
        </p:txBody>
      </p:sp>
    </p:spTree>
  </p:cSld>
  <p:clrMapOvr>
    <a:masterClrMapping/>
  </p:clrMapOvr>
  <p:transition spd="fast">
    <p:wipe dir="r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04059" y="-3762508"/>
            <a:ext cx="9329977" cy="9329977"/>
          </a:xfrm>
          <a:custGeom>
            <a:avLst/>
            <a:gdLst/>
            <a:ahLst/>
            <a:cxnLst/>
            <a:rect r="r" b="b" t="t" l="l"/>
            <a:pathLst>
              <a:path h="9329977" w="9329977">
                <a:moveTo>
                  <a:pt x="0" y="0"/>
                </a:moveTo>
                <a:lnTo>
                  <a:pt x="9329977" y="0"/>
                </a:lnTo>
                <a:lnTo>
                  <a:pt x="9329977" y="9329977"/>
                </a:lnTo>
                <a:lnTo>
                  <a:pt x="0" y="9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72407" y="-335981"/>
            <a:ext cx="3667370" cy="3667370"/>
          </a:xfrm>
          <a:custGeom>
            <a:avLst/>
            <a:gdLst/>
            <a:ahLst/>
            <a:cxnLst/>
            <a:rect r="r" b="b" t="t" l="l"/>
            <a:pathLst>
              <a:path h="3667370" w="3667370">
                <a:moveTo>
                  <a:pt x="0" y="0"/>
                </a:moveTo>
                <a:lnTo>
                  <a:pt x="3667369" y="0"/>
                </a:lnTo>
                <a:lnTo>
                  <a:pt x="3667369" y="3667369"/>
                </a:lnTo>
                <a:lnTo>
                  <a:pt x="0" y="36673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89100" y="4849451"/>
            <a:ext cx="1828980" cy="1436035"/>
          </a:xfrm>
          <a:custGeom>
            <a:avLst/>
            <a:gdLst/>
            <a:ahLst/>
            <a:cxnLst/>
            <a:rect r="r" b="b" t="t" l="l"/>
            <a:pathLst>
              <a:path h="1436035" w="1828980">
                <a:moveTo>
                  <a:pt x="0" y="0"/>
                </a:moveTo>
                <a:lnTo>
                  <a:pt x="1828980" y="0"/>
                </a:lnTo>
                <a:lnTo>
                  <a:pt x="1828980" y="1436035"/>
                </a:lnTo>
                <a:lnTo>
                  <a:pt x="0" y="14360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97816" y="4483151"/>
            <a:ext cx="3224737" cy="2168636"/>
          </a:xfrm>
          <a:custGeom>
            <a:avLst/>
            <a:gdLst/>
            <a:ahLst/>
            <a:cxnLst/>
            <a:rect r="r" b="b" t="t" l="l"/>
            <a:pathLst>
              <a:path h="2168636" w="3224737">
                <a:moveTo>
                  <a:pt x="0" y="0"/>
                </a:moveTo>
                <a:lnTo>
                  <a:pt x="3224737" y="0"/>
                </a:lnTo>
                <a:lnTo>
                  <a:pt x="3224737" y="2168636"/>
                </a:lnTo>
                <a:lnTo>
                  <a:pt x="0" y="21686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49420" y="4959959"/>
            <a:ext cx="1215020" cy="1215020"/>
          </a:xfrm>
          <a:custGeom>
            <a:avLst/>
            <a:gdLst/>
            <a:ahLst/>
            <a:cxnLst/>
            <a:rect r="r" b="b" t="t" l="l"/>
            <a:pathLst>
              <a:path h="1215020" w="1215020">
                <a:moveTo>
                  <a:pt x="0" y="0"/>
                </a:moveTo>
                <a:lnTo>
                  <a:pt x="1215021" y="0"/>
                </a:lnTo>
                <a:lnTo>
                  <a:pt x="1215021" y="1215020"/>
                </a:lnTo>
                <a:lnTo>
                  <a:pt x="0" y="12150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85051" y="4770323"/>
            <a:ext cx="1632391" cy="1632391"/>
          </a:xfrm>
          <a:custGeom>
            <a:avLst/>
            <a:gdLst/>
            <a:ahLst/>
            <a:cxnLst/>
            <a:rect r="r" b="b" t="t" l="l"/>
            <a:pathLst>
              <a:path h="1632391" w="1632391">
                <a:moveTo>
                  <a:pt x="0" y="0"/>
                </a:moveTo>
                <a:lnTo>
                  <a:pt x="1632391" y="0"/>
                </a:lnTo>
                <a:lnTo>
                  <a:pt x="1632391" y="1632391"/>
                </a:lnTo>
                <a:lnTo>
                  <a:pt x="0" y="16323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9130856" y="5586519"/>
            <a:ext cx="132882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103471" y="4483151"/>
            <a:ext cx="2095429" cy="2095429"/>
          </a:xfrm>
          <a:custGeom>
            <a:avLst/>
            <a:gdLst/>
            <a:ahLst/>
            <a:cxnLst/>
            <a:rect r="r" b="b" t="t" l="l"/>
            <a:pathLst>
              <a:path h="2095429" w="2095429">
                <a:moveTo>
                  <a:pt x="0" y="0"/>
                </a:moveTo>
                <a:lnTo>
                  <a:pt x="2095429" y="0"/>
                </a:lnTo>
                <a:lnTo>
                  <a:pt x="2095429" y="2095429"/>
                </a:lnTo>
                <a:lnTo>
                  <a:pt x="0" y="20954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2546042" y="5586519"/>
            <a:ext cx="132882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109809" y="171450"/>
            <a:ext cx="6410426" cy="2280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b="true" sz="8800" i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TestSigma Approach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725" y="308698"/>
            <a:ext cx="557216" cy="37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86"/>
              </a:lnSpc>
              <a:spcBef>
                <a:spcPct val="0"/>
              </a:spcBef>
            </a:pPr>
            <a:r>
              <a:rPr lang="en-US" sz="2488" spc="62">
                <a:solidFill>
                  <a:srgbClr val="767679"/>
                </a:solidFill>
                <a:latin typeface="Cerebri"/>
                <a:ea typeface="Cerebri"/>
                <a:cs typeface="Cerebri"/>
                <a:sym typeface="Cerebri"/>
              </a:rPr>
              <a:t>02.</a:t>
            </a:r>
          </a:p>
        </p:txBody>
      </p:sp>
    </p:spTree>
  </p:cSld>
  <p:clrMapOvr>
    <a:masterClrMapping/>
  </p:clrMapOvr>
  <p:transition spd="fast">
    <p:wipe dir="r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04059" y="-3762508"/>
            <a:ext cx="9329977" cy="9329977"/>
          </a:xfrm>
          <a:custGeom>
            <a:avLst/>
            <a:gdLst/>
            <a:ahLst/>
            <a:cxnLst/>
            <a:rect r="r" b="b" t="t" l="l"/>
            <a:pathLst>
              <a:path h="9329977" w="9329977">
                <a:moveTo>
                  <a:pt x="0" y="0"/>
                </a:moveTo>
                <a:lnTo>
                  <a:pt x="9329977" y="0"/>
                </a:lnTo>
                <a:lnTo>
                  <a:pt x="9329977" y="9329977"/>
                </a:lnTo>
                <a:lnTo>
                  <a:pt x="0" y="9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72407" y="-335981"/>
            <a:ext cx="3667370" cy="3667370"/>
          </a:xfrm>
          <a:custGeom>
            <a:avLst/>
            <a:gdLst/>
            <a:ahLst/>
            <a:cxnLst/>
            <a:rect r="r" b="b" t="t" l="l"/>
            <a:pathLst>
              <a:path h="3667370" w="3667370">
                <a:moveTo>
                  <a:pt x="0" y="0"/>
                </a:moveTo>
                <a:lnTo>
                  <a:pt x="3667369" y="0"/>
                </a:lnTo>
                <a:lnTo>
                  <a:pt x="3667369" y="3667369"/>
                </a:lnTo>
                <a:lnTo>
                  <a:pt x="0" y="36673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6090" y="4592212"/>
            <a:ext cx="1828980" cy="1436035"/>
          </a:xfrm>
          <a:custGeom>
            <a:avLst/>
            <a:gdLst/>
            <a:ahLst/>
            <a:cxnLst/>
            <a:rect r="r" b="b" t="t" l="l"/>
            <a:pathLst>
              <a:path h="1436035" w="1828980">
                <a:moveTo>
                  <a:pt x="0" y="0"/>
                </a:moveTo>
                <a:lnTo>
                  <a:pt x="1828980" y="0"/>
                </a:lnTo>
                <a:lnTo>
                  <a:pt x="1828980" y="1436035"/>
                </a:lnTo>
                <a:lnTo>
                  <a:pt x="0" y="14360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22999" y="4513084"/>
            <a:ext cx="1632391" cy="1632391"/>
          </a:xfrm>
          <a:custGeom>
            <a:avLst/>
            <a:gdLst/>
            <a:ahLst/>
            <a:cxnLst/>
            <a:rect r="r" b="b" t="t" l="l"/>
            <a:pathLst>
              <a:path h="1632391" w="1632391">
                <a:moveTo>
                  <a:pt x="0" y="0"/>
                </a:moveTo>
                <a:lnTo>
                  <a:pt x="1632391" y="0"/>
                </a:lnTo>
                <a:lnTo>
                  <a:pt x="1632391" y="1632391"/>
                </a:lnTo>
                <a:lnTo>
                  <a:pt x="0" y="16323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2384620" y="5348374"/>
            <a:ext cx="132882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" id="7"/>
          <p:cNvSpPr/>
          <p:nvPr/>
        </p:nvSpPr>
        <p:spPr>
          <a:xfrm>
            <a:off x="5766311" y="5367424"/>
            <a:ext cx="132882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7260491" y="3639157"/>
            <a:ext cx="3827842" cy="3856624"/>
            <a:chOff x="0" y="0"/>
            <a:chExt cx="5103789" cy="51421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5617" cy="2045617"/>
            </a:xfrm>
            <a:custGeom>
              <a:avLst/>
              <a:gdLst/>
              <a:ahLst/>
              <a:cxnLst/>
              <a:rect r="r" b="b" t="t" l="l"/>
              <a:pathLst>
                <a:path h="2045617" w="2045617">
                  <a:moveTo>
                    <a:pt x="0" y="0"/>
                  </a:moveTo>
                  <a:lnTo>
                    <a:pt x="2045617" y="0"/>
                  </a:lnTo>
                  <a:lnTo>
                    <a:pt x="2045617" y="2045617"/>
                  </a:lnTo>
                  <a:lnTo>
                    <a:pt x="0" y="2045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458127" y="1387208"/>
              <a:ext cx="1174980" cy="1174980"/>
            </a:xfrm>
            <a:custGeom>
              <a:avLst/>
              <a:gdLst/>
              <a:ahLst/>
              <a:cxnLst/>
              <a:rect r="r" b="b" t="t" l="l"/>
              <a:pathLst>
                <a:path h="1174980" w="1174980">
                  <a:moveTo>
                    <a:pt x="0" y="0"/>
                  </a:moveTo>
                  <a:lnTo>
                    <a:pt x="1174980" y="0"/>
                  </a:lnTo>
                  <a:lnTo>
                    <a:pt x="1174980" y="1174980"/>
                  </a:lnTo>
                  <a:lnTo>
                    <a:pt x="0" y="1174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633107" y="2659068"/>
              <a:ext cx="2470682" cy="2483097"/>
            </a:xfrm>
            <a:custGeom>
              <a:avLst/>
              <a:gdLst/>
              <a:ahLst/>
              <a:cxnLst/>
              <a:rect r="r" b="b" t="t" l="l"/>
              <a:pathLst>
                <a:path h="2483097" w="2470682">
                  <a:moveTo>
                    <a:pt x="0" y="0"/>
                  </a:moveTo>
                  <a:lnTo>
                    <a:pt x="2470682" y="0"/>
                  </a:lnTo>
                  <a:lnTo>
                    <a:pt x="2470682" y="2483097"/>
                  </a:lnTo>
                  <a:lnTo>
                    <a:pt x="0" y="2483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5400000">
              <a:off x="2220749" y="914356"/>
              <a:ext cx="1530918" cy="1764747"/>
            </a:xfrm>
            <a:custGeom>
              <a:avLst/>
              <a:gdLst/>
              <a:ahLst/>
              <a:cxnLst/>
              <a:rect r="r" b="b" t="t" l="l"/>
              <a:pathLst>
                <a:path h="1764747" w="1530918">
                  <a:moveTo>
                    <a:pt x="0" y="0"/>
                  </a:moveTo>
                  <a:lnTo>
                    <a:pt x="1530917" y="0"/>
                  </a:lnTo>
                  <a:lnTo>
                    <a:pt x="1530917" y="1764747"/>
                  </a:lnTo>
                  <a:lnTo>
                    <a:pt x="0" y="1764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967254" y="2212842"/>
              <a:ext cx="1530918" cy="1764747"/>
            </a:xfrm>
            <a:custGeom>
              <a:avLst/>
              <a:gdLst/>
              <a:ahLst/>
              <a:cxnLst/>
              <a:rect r="r" b="b" t="t" l="l"/>
              <a:pathLst>
                <a:path h="1764747" w="1530918">
                  <a:moveTo>
                    <a:pt x="0" y="0"/>
                  </a:moveTo>
                  <a:lnTo>
                    <a:pt x="1530917" y="0"/>
                  </a:lnTo>
                  <a:lnTo>
                    <a:pt x="1530917" y="1764746"/>
                  </a:lnTo>
                  <a:lnTo>
                    <a:pt x="0" y="1764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466160" y="4494034"/>
            <a:ext cx="1632391" cy="1632391"/>
          </a:xfrm>
          <a:custGeom>
            <a:avLst/>
            <a:gdLst/>
            <a:ahLst/>
            <a:cxnLst/>
            <a:rect r="r" b="b" t="t" l="l"/>
            <a:pathLst>
              <a:path h="1632391" w="1632391">
                <a:moveTo>
                  <a:pt x="0" y="0"/>
                </a:moveTo>
                <a:lnTo>
                  <a:pt x="1632391" y="0"/>
                </a:lnTo>
                <a:lnTo>
                  <a:pt x="1632391" y="1632391"/>
                </a:lnTo>
                <a:lnTo>
                  <a:pt x="0" y="16323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10927781" y="5329279"/>
            <a:ext cx="132882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5846480" y="4281564"/>
            <a:ext cx="2095429" cy="2095429"/>
          </a:xfrm>
          <a:custGeom>
            <a:avLst/>
            <a:gdLst/>
            <a:ahLst/>
            <a:cxnLst/>
            <a:rect r="r" b="b" t="t" l="l"/>
            <a:pathLst>
              <a:path h="2095429" w="2095429">
                <a:moveTo>
                  <a:pt x="0" y="0"/>
                </a:moveTo>
                <a:lnTo>
                  <a:pt x="2095430" y="0"/>
                </a:lnTo>
                <a:lnTo>
                  <a:pt x="2095430" y="2095430"/>
                </a:lnTo>
                <a:lnTo>
                  <a:pt x="0" y="209543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14308101" y="5367424"/>
            <a:ext cx="132882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8" id="18"/>
          <p:cNvSpPr txBox="true"/>
          <p:nvPr/>
        </p:nvSpPr>
        <p:spPr>
          <a:xfrm rot="0">
            <a:off x="109809" y="171450"/>
            <a:ext cx="6410426" cy="2280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b="true" sz="8800" i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TestGenie Approach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5725" y="308698"/>
            <a:ext cx="557216" cy="37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86"/>
              </a:lnSpc>
              <a:spcBef>
                <a:spcPct val="0"/>
              </a:spcBef>
            </a:pPr>
            <a:r>
              <a:rPr lang="en-US" sz="2488" spc="62">
                <a:solidFill>
                  <a:srgbClr val="767679"/>
                </a:solidFill>
                <a:latin typeface="Cerebri"/>
                <a:ea typeface="Cerebri"/>
                <a:cs typeface="Cerebri"/>
                <a:sym typeface="Cerebri"/>
              </a:rPr>
              <a:t>02.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43175" y="8671569"/>
            <a:ext cx="15103305" cy="586731"/>
            <a:chOff x="0" y="0"/>
            <a:chExt cx="20137740" cy="7823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9747" cy="782308"/>
            </a:xfrm>
            <a:custGeom>
              <a:avLst/>
              <a:gdLst/>
              <a:ahLst/>
              <a:cxnLst/>
              <a:rect r="r" b="b" t="t" l="l"/>
              <a:pathLst>
                <a:path h="782308" w="1379747">
                  <a:moveTo>
                    <a:pt x="0" y="0"/>
                  </a:moveTo>
                  <a:lnTo>
                    <a:pt x="1379747" y="0"/>
                  </a:lnTo>
                  <a:lnTo>
                    <a:pt x="1379747" y="782308"/>
                  </a:lnTo>
                  <a:lnTo>
                    <a:pt x="0" y="782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741284" y="-15246"/>
              <a:ext cx="18396455" cy="75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3499" spc="87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Avoid source code bias</a:t>
              </a:r>
            </a:p>
          </p:txBody>
        </p:sp>
      </p:grpSp>
    </p:spTree>
  </p:cSld>
  <p:clrMapOvr>
    <a:masterClrMapping/>
  </p:clrMapOvr>
  <p:transition spd="fast">
    <p:wipe dir="r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5641" y="5590930"/>
            <a:ext cx="3667370" cy="3667370"/>
          </a:xfrm>
          <a:custGeom>
            <a:avLst/>
            <a:gdLst/>
            <a:ahLst/>
            <a:cxnLst/>
            <a:rect r="r" b="b" t="t" l="l"/>
            <a:pathLst>
              <a:path h="3667370" w="3667370">
                <a:moveTo>
                  <a:pt x="0" y="0"/>
                </a:moveTo>
                <a:lnTo>
                  <a:pt x="3667369" y="0"/>
                </a:lnTo>
                <a:lnTo>
                  <a:pt x="3667369" y="3667370"/>
                </a:lnTo>
                <a:lnTo>
                  <a:pt x="0" y="36673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261349" y="3294357"/>
            <a:ext cx="9329977" cy="9329977"/>
          </a:xfrm>
          <a:custGeom>
            <a:avLst/>
            <a:gdLst/>
            <a:ahLst/>
            <a:cxnLst/>
            <a:rect r="r" b="b" t="t" l="l"/>
            <a:pathLst>
              <a:path h="9329977" w="9329977">
                <a:moveTo>
                  <a:pt x="0" y="0"/>
                </a:moveTo>
                <a:lnTo>
                  <a:pt x="9329977" y="0"/>
                </a:lnTo>
                <a:lnTo>
                  <a:pt x="9329977" y="9329977"/>
                </a:lnTo>
                <a:lnTo>
                  <a:pt x="0" y="9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812" y="781258"/>
            <a:ext cx="18240375" cy="8914983"/>
          </a:xfrm>
          <a:custGeom>
            <a:avLst/>
            <a:gdLst/>
            <a:ahLst/>
            <a:cxnLst/>
            <a:rect r="r" b="b" t="t" l="l"/>
            <a:pathLst>
              <a:path h="8914983" w="18240375">
                <a:moveTo>
                  <a:pt x="0" y="0"/>
                </a:moveTo>
                <a:lnTo>
                  <a:pt x="18240376" y="0"/>
                </a:lnTo>
                <a:lnTo>
                  <a:pt x="18240376" y="8914984"/>
                </a:lnTo>
                <a:lnTo>
                  <a:pt x="0" y="89149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1233" y="7215673"/>
            <a:ext cx="3897096" cy="2280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b="true" sz="8800" i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System Design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11114" y="6456941"/>
            <a:ext cx="557216" cy="37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86"/>
              </a:lnSpc>
              <a:spcBef>
                <a:spcPct val="0"/>
              </a:spcBef>
            </a:pPr>
            <a:r>
              <a:rPr lang="en-US" sz="2488" spc="62">
                <a:solidFill>
                  <a:srgbClr val="767679"/>
                </a:solidFill>
                <a:latin typeface="Cerebri"/>
                <a:ea typeface="Cerebri"/>
                <a:cs typeface="Cerebri"/>
                <a:sym typeface="Cerebri"/>
              </a:rPr>
              <a:t>02.</a:t>
            </a:r>
          </a:p>
        </p:txBody>
      </p:sp>
    </p:spTree>
  </p:cSld>
  <p:clrMapOvr>
    <a:masterClrMapping/>
  </p:clrMapOvr>
  <p:transition spd="fast">
    <p:wipe dir="r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38317" y="5170820"/>
            <a:ext cx="3667370" cy="3667370"/>
          </a:xfrm>
          <a:custGeom>
            <a:avLst/>
            <a:gdLst/>
            <a:ahLst/>
            <a:cxnLst/>
            <a:rect r="r" b="b" t="t" l="l"/>
            <a:pathLst>
              <a:path h="3667370" w="3667370">
                <a:moveTo>
                  <a:pt x="0" y="0"/>
                </a:moveTo>
                <a:lnTo>
                  <a:pt x="3667370" y="0"/>
                </a:lnTo>
                <a:lnTo>
                  <a:pt x="3667370" y="3667369"/>
                </a:lnTo>
                <a:lnTo>
                  <a:pt x="0" y="36673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0079" y="3254639"/>
            <a:ext cx="9329977" cy="9329977"/>
          </a:xfrm>
          <a:custGeom>
            <a:avLst/>
            <a:gdLst/>
            <a:ahLst/>
            <a:cxnLst/>
            <a:rect r="r" b="b" t="t" l="l"/>
            <a:pathLst>
              <a:path h="9329977" w="9329977">
                <a:moveTo>
                  <a:pt x="0" y="0"/>
                </a:moveTo>
                <a:lnTo>
                  <a:pt x="9329976" y="0"/>
                </a:lnTo>
                <a:lnTo>
                  <a:pt x="9329976" y="9329977"/>
                </a:lnTo>
                <a:lnTo>
                  <a:pt x="0" y="9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59897" y="204656"/>
            <a:ext cx="12787653" cy="9932328"/>
          </a:xfrm>
          <a:custGeom>
            <a:avLst/>
            <a:gdLst/>
            <a:ahLst/>
            <a:cxnLst/>
            <a:rect r="r" b="b" t="t" l="l"/>
            <a:pathLst>
              <a:path h="9932328" w="12787653">
                <a:moveTo>
                  <a:pt x="0" y="0"/>
                </a:moveTo>
                <a:lnTo>
                  <a:pt x="12787653" y="0"/>
                </a:lnTo>
                <a:lnTo>
                  <a:pt x="12787653" y="9932327"/>
                </a:lnTo>
                <a:lnTo>
                  <a:pt x="0" y="99323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4611" y="7175954"/>
            <a:ext cx="4664988" cy="2280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b="true" sz="8800" i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Overall pipeline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02383" y="6417222"/>
            <a:ext cx="557216" cy="37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86"/>
              </a:lnSpc>
              <a:spcBef>
                <a:spcPct val="0"/>
              </a:spcBef>
            </a:pPr>
            <a:r>
              <a:rPr lang="en-US" sz="2488" spc="62">
                <a:solidFill>
                  <a:srgbClr val="767679"/>
                </a:solidFill>
                <a:latin typeface="Cerebri"/>
                <a:ea typeface="Cerebri"/>
                <a:cs typeface="Cerebri"/>
                <a:sym typeface="Cerebri"/>
              </a:rPr>
              <a:t>02.</a:t>
            </a:r>
          </a:p>
        </p:txBody>
      </p:sp>
    </p:spTree>
  </p:cSld>
  <p:clrMapOvr>
    <a:masterClrMapping/>
  </p:clrMapOvr>
  <p:transition spd="fast">
    <p:wipe dir="r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0293" y="7316272"/>
            <a:ext cx="9606161" cy="9606161"/>
          </a:xfrm>
          <a:custGeom>
            <a:avLst/>
            <a:gdLst/>
            <a:ahLst/>
            <a:cxnLst/>
            <a:rect r="r" b="b" t="t" l="l"/>
            <a:pathLst>
              <a:path h="9606161" w="9606161">
                <a:moveTo>
                  <a:pt x="0" y="0"/>
                </a:moveTo>
                <a:lnTo>
                  <a:pt x="9606161" y="0"/>
                </a:lnTo>
                <a:lnTo>
                  <a:pt x="9606161" y="9606161"/>
                </a:lnTo>
                <a:lnTo>
                  <a:pt x="0" y="96061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244514" y="2379627"/>
            <a:ext cx="13363373" cy="127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601"/>
              </a:lnSpc>
            </a:pPr>
            <a:r>
              <a:rPr lang="en-US" b="true" sz="9601" i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Project manager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39010" y="7916723"/>
            <a:ext cx="8834865" cy="333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999"/>
              </a:lnSpc>
            </a:pPr>
            <a:r>
              <a:rPr lang="en-US" b="true" sz="24999" spc="1249">
                <a:solidFill>
                  <a:srgbClr val="323334">
                    <a:alpha val="49804"/>
                  </a:srgbClr>
                </a:solidFill>
                <a:latin typeface="Kollektif Bold"/>
                <a:ea typeface="Kollektif Bold"/>
                <a:cs typeface="Kollektif Bold"/>
                <a:sym typeface="Kollektif Bold"/>
              </a:rPr>
              <a:t>2.1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5400000">
            <a:off x="-7179778" y="-7809346"/>
            <a:ext cx="11473341" cy="12446425"/>
          </a:xfrm>
          <a:custGeom>
            <a:avLst/>
            <a:gdLst/>
            <a:ahLst/>
            <a:cxnLst/>
            <a:rect r="r" b="b" t="t" l="l"/>
            <a:pathLst>
              <a:path h="12446425" w="11473341">
                <a:moveTo>
                  <a:pt x="0" y="0"/>
                </a:moveTo>
                <a:lnTo>
                  <a:pt x="11473341" y="0"/>
                </a:lnTo>
                <a:lnTo>
                  <a:pt x="11473341" y="12446424"/>
                </a:lnTo>
                <a:lnTo>
                  <a:pt x="0" y="124464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44729" y="1028700"/>
            <a:ext cx="614571" cy="340319"/>
          </a:xfrm>
          <a:custGeom>
            <a:avLst/>
            <a:gdLst/>
            <a:ahLst/>
            <a:cxnLst/>
            <a:rect r="r" b="b" t="t" l="l"/>
            <a:pathLst>
              <a:path h="340319" w="614571">
                <a:moveTo>
                  <a:pt x="0" y="0"/>
                </a:moveTo>
                <a:lnTo>
                  <a:pt x="614571" y="0"/>
                </a:lnTo>
                <a:lnTo>
                  <a:pt x="614571" y="340319"/>
                </a:lnTo>
                <a:lnTo>
                  <a:pt x="0" y="340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891019" y="5765757"/>
            <a:ext cx="567223" cy="2018296"/>
            <a:chOff x="0" y="0"/>
            <a:chExt cx="149392" cy="5315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392" cy="531568"/>
            </a:xfrm>
            <a:custGeom>
              <a:avLst/>
              <a:gdLst/>
              <a:ahLst/>
              <a:cxnLst/>
              <a:rect r="r" b="b" t="t" l="l"/>
              <a:pathLst>
                <a:path h="531568" w="149392">
                  <a:moveTo>
                    <a:pt x="0" y="0"/>
                  </a:moveTo>
                  <a:lnTo>
                    <a:pt x="149392" y="0"/>
                  </a:lnTo>
                  <a:lnTo>
                    <a:pt x="149392" y="531568"/>
                  </a:lnTo>
                  <a:lnTo>
                    <a:pt x="0" y="531568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49392" cy="522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548469" y="4150536"/>
            <a:ext cx="11074343" cy="3443666"/>
          </a:xfrm>
          <a:custGeom>
            <a:avLst/>
            <a:gdLst/>
            <a:ahLst/>
            <a:cxnLst/>
            <a:rect r="r" b="b" t="t" l="l"/>
            <a:pathLst>
              <a:path h="3443666" w="11074343">
                <a:moveTo>
                  <a:pt x="0" y="0"/>
                </a:moveTo>
                <a:lnTo>
                  <a:pt x="11074343" y="0"/>
                </a:lnTo>
                <a:lnTo>
                  <a:pt x="11074343" y="3443666"/>
                </a:lnTo>
                <a:lnTo>
                  <a:pt x="0" y="34436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421164" y="2370102"/>
            <a:ext cx="4403295" cy="1281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1"/>
              </a:lnSpc>
            </a:pPr>
            <a:r>
              <a:rPr lang="en-US" sz="9601" spc="240" b="true">
                <a:solidFill>
                  <a:srgbClr val="323334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module</a:t>
            </a:r>
          </a:p>
        </p:txBody>
      </p:sp>
    </p:spTree>
  </p:cSld>
  <p:clrMapOvr>
    <a:masterClrMapping/>
  </p:clrMapOvr>
  <p:transition spd="fast">
    <p:wipe dir="r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29951" y="1028700"/>
            <a:ext cx="3667370" cy="3667370"/>
          </a:xfrm>
          <a:custGeom>
            <a:avLst/>
            <a:gdLst/>
            <a:ahLst/>
            <a:cxnLst/>
            <a:rect r="r" b="b" t="t" l="l"/>
            <a:pathLst>
              <a:path h="3667370" w="3667370">
                <a:moveTo>
                  <a:pt x="0" y="0"/>
                </a:moveTo>
                <a:lnTo>
                  <a:pt x="3667370" y="0"/>
                </a:lnTo>
                <a:lnTo>
                  <a:pt x="3667370" y="3667370"/>
                </a:lnTo>
                <a:lnTo>
                  <a:pt x="0" y="36673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79012" y="478512"/>
            <a:ext cx="9329977" cy="9329977"/>
          </a:xfrm>
          <a:custGeom>
            <a:avLst/>
            <a:gdLst/>
            <a:ahLst/>
            <a:cxnLst/>
            <a:rect r="r" b="b" t="t" l="l"/>
            <a:pathLst>
              <a:path h="9329977" w="9329977">
                <a:moveTo>
                  <a:pt x="0" y="0"/>
                </a:moveTo>
                <a:lnTo>
                  <a:pt x="9329976" y="0"/>
                </a:lnTo>
                <a:lnTo>
                  <a:pt x="9329976" y="9329976"/>
                </a:lnTo>
                <a:lnTo>
                  <a:pt x="0" y="93299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15292" y="4447466"/>
            <a:ext cx="6457417" cy="116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800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BLA Module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644729" y="1028700"/>
            <a:ext cx="614571" cy="340319"/>
          </a:xfrm>
          <a:custGeom>
            <a:avLst/>
            <a:gdLst/>
            <a:ahLst/>
            <a:cxnLst/>
            <a:rect r="r" b="b" t="t" l="l"/>
            <a:pathLst>
              <a:path h="340319" w="614571">
                <a:moveTo>
                  <a:pt x="0" y="0"/>
                </a:moveTo>
                <a:lnTo>
                  <a:pt x="614571" y="0"/>
                </a:lnTo>
                <a:lnTo>
                  <a:pt x="614571" y="340319"/>
                </a:lnTo>
                <a:lnTo>
                  <a:pt x="0" y="340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77323" y="5785377"/>
            <a:ext cx="4933354" cy="1820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767679"/>
                </a:solidFill>
                <a:latin typeface="Cerebri Bold"/>
                <a:ea typeface="Cerebri Bold"/>
                <a:cs typeface="Cerebri Bold"/>
                <a:sym typeface="Cerebri Bold"/>
              </a:rPr>
              <a:t>SOURCE CODE EXTRACTION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12909" y="3627682"/>
            <a:ext cx="1431091" cy="648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99"/>
              </a:lnSpc>
            </a:pPr>
            <a:r>
              <a:rPr lang="en-US" sz="4899" b="true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2.2.</a:t>
            </a:r>
          </a:p>
        </p:txBody>
      </p:sp>
    </p:spTree>
  </p:cSld>
  <p:clrMapOvr>
    <a:masterClrMapping/>
  </p:clrMapOvr>
  <p:transition spd="fast">
    <p:wipe dir="r"/>
  </p:transition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578" y="3436896"/>
            <a:ext cx="9082189" cy="6415641"/>
            <a:chOff x="0" y="0"/>
            <a:chExt cx="2392017" cy="1689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2017" cy="1689716"/>
            </a:xfrm>
            <a:custGeom>
              <a:avLst/>
              <a:gdLst/>
              <a:ahLst/>
              <a:cxnLst/>
              <a:rect r="r" b="b" t="t" l="l"/>
              <a:pathLst>
                <a:path h="1689716" w="2392017">
                  <a:moveTo>
                    <a:pt x="0" y="0"/>
                  </a:moveTo>
                  <a:lnTo>
                    <a:pt x="2392017" y="0"/>
                  </a:lnTo>
                  <a:lnTo>
                    <a:pt x="2392017" y="1689716"/>
                  </a:lnTo>
                  <a:lnTo>
                    <a:pt x="0" y="1689716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392017" cy="168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4247" y="704646"/>
            <a:ext cx="6349782" cy="2132645"/>
            <a:chOff x="0" y="0"/>
            <a:chExt cx="1672371" cy="5616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2371" cy="561684"/>
            </a:xfrm>
            <a:custGeom>
              <a:avLst/>
              <a:gdLst/>
              <a:ahLst/>
              <a:cxnLst/>
              <a:rect r="r" b="b" t="t" l="l"/>
              <a:pathLst>
                <a:path h="561684" w="1672371">
                  <a:moveTo>
                    <a:pt x="0" y="0"/>
                  </a:moveTo>
                  <a:lnTo>
                    <a:pt x="1672371" y="0"/>
                  </a:lnTo>
                  <a:lnTo>
                    <a:pt x="1672371" y="561684"/>
                  </a:lnTo>
                  <a:lnTo>
                    <a:pt x="0" y="561684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672371" cy="552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29972" y="3480311"/>
            <a:ext cx="8969795" cy="637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import 'package:flutter/material.dart';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import 'package:sample/widgets/screens/Homepage/homepage.dart';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class MyApp extends StatelessWidget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const MyApp({super.key});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@override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Widget build(BuildContext context)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return MaterialApp(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title: 'Flutter Demo',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theme: ThemeData(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colorScheme: ColorScheme.fromSeed(seedColor: Colors.deepPurple),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useMaterial3: true,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),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home: MyHomePage(title: 'Flutter Demo Home Page'),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);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}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9972" y="742269"/>
            <a:ext cx="6264057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import ‘package: sample/widgets/app.dart’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import 'package:flutter/material.dart';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void main()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runApp(const  MyApp());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4247" y="266430"/>
            <a:ext cx="1714541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main.dart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4247" y="2998679"/>
            <a:ext cx="1807217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app.dart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451605" y="390591"/>
            <a:ext cx="7930351" cy="9719097"/>
            <a:chOff x="0" y="0"/>
            <a:chExt cx="2088652" cy="25597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8652" cy="2559762"/>
            </a:xfrm>
            <a:custGeom>
              <a:avLst/>
              <a:gdLst/>
              <a:ahLst/>
              <a:cxnLst/>
              <a:rect r="r" b="b" t="t" l="l"/>
              <a:pathLst>
                <a:path h="2559762" w="2088652">
                  <a:moveTo>
                    <a:pt x="0" y="0"/>
                  </a:moveTo>
                  <a:lnTo>
                    <a:pt x="2088652" y="0"/>
                  </a:lnTo>
                  <a:lnTo>
                    <a:pt x="2088652" y="2559762"/>
                  </a:lnTo>
                  <a:lnTo>
                    <a:pt x="0" y="2559762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2088652" cy="2550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549745" y="434007"/>
            <a:ext cx="7832211" cy="970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import 'package:flutter/material.dart';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class MyHomePage extends StatefulWidget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MyHomePage({super.key, required this.title});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final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String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title;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@override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State&lt;MyHomePage&gt; createState() =&gt; _MyHomePageState();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}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class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_MyHomePageState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extends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State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&lt;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MyHomePage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&gt;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int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_counter = 0;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_incrementCounter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()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setState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(()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_counter++;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});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}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@override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Widget build(BuildContext context)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return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Scaffold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(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appBar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: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AppBar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(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backgroundColor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: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Theme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of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(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context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).colorScheme.inversePrimary,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title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: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Text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(widget.title),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),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body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: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Center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(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child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: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Column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(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const </a:t>
            </a:r>
            <a:r>
              <a:rPr lang="en-US" sz="2200" i="tru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Text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(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...........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74892" y="-47625"/>
            <a:ext cx="2799799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homepage.dart</a:t>
            </a:r>
          </a:p>
        </p:txBody>
      </p:sp>
    </p:spTree>
  </p:cSld>
  <p:clrMapOvr>
    <a:masterClrMapping/>
  </p:clrMapOvr>
  <p:transition spd="fast">
    <p:wipe dir="r"/>
  </p:transition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141" y="563921"/>
            <a:ext cx="10141350" cy="901580"/>
            <a:chOff x="0" y="0"/>
            <a:chExt cx="2670973" cy="2374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70973" cy="237453"/>
            </a:xfrm>
            <a:custGeom>
              <a:avLst/>
              <a:gdLst/>
              <a:ahLst/>
              <a:cxnLst/>
              <a:rect r="r" b="b" t="t" l="l"/>
              <a:pathLst>
                <a:path h="237453" w="2670973">
                  <a:moveTo>
                    <a:pt x="0" y="0"/>
                  </a:moveTo>
                  <a:lnTo>
                    <a:pt x="2670973" y="0"/>
                  </a:lnTo>
                  <a:lnTo>
                    <a:pt x="2670973" y="237453"/>
                  </a:lnTo>
                  <a:lnTo>
                    <a:pt x="0" y="237453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670973" cy="2279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810" y="2174218"/>
            <a:ext cx="6349782" cy="742473"/>
            <a:chOff x="0" y="0"/>
            <a:chExt cx="1672371" cy="1955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2371" cy="195548"/>
            </a:xfrm>
            <a:custGeom>
              <a:avLst/>
              <a:gdLst/>
              <a:ahLst/>
              <a:cxnLst/>
              <a:rect r="r" b="b" t="t" l="l"/>
              <a:pathLst>
                <a:path h="195548" w="1672371">
                  <a:moveTo>
                    <a:pt x="0" y="0"/>
                  </a:moveTo>
                  <a:lnTo>
                    <a:pt x="1672371" y="0"/>
                  </a:lnTo>
                  <a:lnTo>
                    <a:pt x="1672371" y="195548"/>
                  </a:lnTo>
                  <a:lnTo>
                    <a:pt x="0" y="195548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672371" cy="186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50535" y="607337"/>
            <a:ext cx="10028956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import 'package:flutter/material.dart';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import  'package:sample/widgets/screens/Homepage/homepage.dart';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535" y="2211840"/>
            <a:ext cx="626405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import ‘package: sample/widgets/app.dart’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import 'package:flutter/material.dart';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810" y="1736002"/>
            <a:ext cx="1714541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main.dart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810" y="125705"/>
            <a:ext cx="1568906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app.dart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4810" y="3774007"/>
            <a:ext cx="5639915" cy="494328"/>
            <a:chOff x="0" y="0"/>
            <a:chExt cx="1485410" cy="1301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85410" cy="130193"/>
            </a:xfrm>
            <a:custGeom>
              <a:avLst/>
              <a:gdLst/>
              <a:ahLst/>
              <a:cxnLst/>
              <a:rect r="r" b="b" t="t" l="l"/>
              <a:pathLst>
                <a:path h="130193" w="1485410">
                  <a:moveTo>
                    <a:pt x="0" y="0"/>
                  </a:moveTo>
                  <a:lnTo>
                    <a:pt x="1485410" y="0"/>
                  </a:lnTo>
                  <a:lnTo>
                    <a:pt x="1485410" y="130193"/>
                  </a:lnTo>
                  <a:lnTo>
                    <a:pt x="0" y="130193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485410" cy="120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77204" y="3817422"/>
            <a:ext cx="55275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import 'package:flutter/material.dart';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1479" y="3335790"/>
            <a:ext cx="2654546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homepage.dart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9961" y="381851"/>
            <a:ext cx="6629531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7001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ImportAnalyzer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922773" y="1967032"/>
            <a:ext cx="2675675" cy="1232568"/>
            <a:chOff x="0" y="0"/>
            <a:chExt cx="704705" cy="3246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main.dart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79052" y="1967032"/>
            <a:ext cx="2675675" cy="1232568"/>
            <a:chOff x="0" y="0"/>
            <a:chExt cx="704705" cy="3246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app.dart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235331" y="1967032"/>
            <a:ext cx="2675675" cy="1232568"/>
            <a:chOff x="0" y="0"/>
            <a:chExt cx="704705" cy="324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homepage.dart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1598448" y="2583315"/>
            <a:ext cx="480604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>
            <a:off x="14754727" y="2583315"/>
            <a:ext cx="480604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966" y="924414"/>
            <a:ext cx="6349782" cy="1166137"/>
            <a:chOff x="0" y="0"/>
            <a:chExt cx="1672371" cy="30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2371" cy="307131"/>
            </a:xfrm>
            <a:custGeom>
              <a:avLst/>
              <a:gdLst/>
              <a:ahLst/>
              <a:cxnLst/>
              <a:rect r="r" b="b" t="t" l="l"/>
              <a:pathLst>
                <a:path h="307131" w="1672371">
                  <a:moveTo>
                    <a:pt x="0" y="0"/>
                  </a:moveTo>
                  <a:lnTo>
                    <a:pt x="1672371" y="0"/>
                  </a:lnTo>
                  <a:lnTo>
                    <a:pt x="1672371" y="307131"/>
                  </a:lnTo>
                  <a:lnTo>
                    <a:pt x="0" y="307131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672371" cy="297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9691" y="962036"/>
            <a:ext cx="626405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void main() {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runApp(const MyApp());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3966" y="486197"/>
            <a:ext cx="1714541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main.dart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30560" y="381851"/>
            <a:ext cx="7089308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7001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ContainAnalyzer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922773" y="1967032"/>
            <a:ext cx="2675675" cy="1232568"/>
            <a:chOff x="0" y="0"/>
            <a:chExt cx="704705" cy="324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main.dart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79052" y="1967032"/>
            <a:ext cx="2675675" cy="1232568"/>
            <a:chOff x="0" y="0"/>
            <a:chExt cx="704705" cy="324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app.dart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235331" y="1967032"/>
            <a:ext cx="2675675" cy="1232568"/>
            <a:chOff x="0" y="0"/>
            <a:chExt cx="704705" cy="3246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homepage.dart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1598448" y="2583315"/>
            <a:ext cx="480604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>
            <a:off x="14754727" y="2583315"/>
            <a:ext cx="480604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8922773" y="4413969"/>
            <a:ext cx="2675675" cy="1232568"/>
            <a:chOff x="0" y="0"/>
            <a:chExt cx="704705" cy="3246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A07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void main()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H="true">
            <a:off x="10260610" y="3199599"/>
            <a:ext cx="0" cy="1214370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966" y="924414"/>
            <a:ext cx="6349782" cy="5786728"/>
            <a:chOff x="0" y="0"/>
            <a:chExt cx="1672371" cy="1524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2371" cy="1524076"/>
            </a:xfrm>
            <a:custGeom>
              <a:avLst/>
              <a:gdLst/>
              <a:ahLst/>
              <a:cxnLst/>
              <a:rect r="r" b="b" t="t" l="l"/>
              <a:pathLst>
                <a:path h="1524076" w="1672371">
                  <a:moveTo>
                    <a:pt x="0" y="0"/>
                  </a:moveTo>
                  <a:lnTo>
                    <a:pt x="1672371" y="0"/>
                  </a:lnTo>
                  <a:lnTo>
                    <a:pt x="1672371" y="1524076"/>
                  </a:lnTo>
                  <a:lnTo>
                    <a:pt x="0" y="1524076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672371" cy="1514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9691" y="962036"/>
            <a:ext cx="6264057" cy="570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class MyApp extends StatelessWidget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const MyApp({super.key});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@override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Widget build(BuildContext context)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return MaterialApp(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title: 'Flutter Demo',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theme: ThemeData(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colorScheme: ColorScheme.fromSeed(seedColor: Colors.deepPurple),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useMaterial3: true,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),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home: MyHomePage(title: 'Flutter Demo Home Page'),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);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}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3966" y="486197"/>
            <a:ext cx="1714541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app.dart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30560" y="381851"/>
            <a:ext cx="7089308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7001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ContainAnalyzer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922773" y="6667511"/>
            <a:ext cx="5244141" cy="1232568"/>
            <a:chOff x="0" y="0"/>
            <a:chExt cx="1381173" cy="324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1173" cy="324627"/>
            </a:xfrm>
            <a:custGeom>
              <a:avLst/>
              <a:gdLst/>
              <a:ahLst/>
              <a:cxnLst/>
              <a:rect r="r" b="b" t="t" l="l"/>
              <a:pathLst>
                <a:path h="324627" w="1381173">
                  <a:moveTo>
                    <a:pt x="32479" y="0"/>
                  </a:moveTo>
                  <a:lnTo>
                    <a:pt x="1348694" y="0"/>
                  </a:lnTo>
                  <a:cubicBezTo>
                    <a:pt x="1366632" y="0"/>
                    <a:pt x="1381173" y="14541"/>
                    <a:pt x="1381173" y="32479"/>
                  </a:cubicBezTo>
                  <a:lnTo>
                    <a:pt x="1381173" y="292148"/>
                  </a:lnTo>
                  <a:cubicBezTo>
                    <a:pt x="1381173" y="310086"/>
                    <a:pt x="1366632" y="324627"/>
                    <a:pt x="1348694" y="324627"/>
                  </a:cubicBezTo>
                  <a:lnTo>
                    <a:pt x="32479" y="324627"/>
                  </a:lnTo>
                  <a:cubicBezTo>
                    <a:pt x="14541" y="324627"/>
                    <a:pt x="0" y="310086"/>
                    <a:pt x="0" y="292148"/>
                  </a:cubicBezTo>
                  <a:lnTo>
                    <a:pt x="0" y="32479"/>
                  </a:lnTo>
                  <a:cubicBezTo>
                    <a:pt x="0" y="14541"/>
                    <a:pt x="14541" y="0"/>
                    <a:pt x="32479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381173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flipH="true">
            <a:off x="11544843" y="5729263"/>
            <a:ext cx="1872046" cy="938249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8922773" y="1967032"/>
            <a:ext cx="2675675" cy="1232568"/>
            <a:chOff x="0" y="0"/>
            <a:chExt cx="704705" cy="324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main.dart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052" y="1967032"/>
            <a:ext cx="2675675" cy="1232568"/>
            <a:chOff x="0" y="0"/>
            <a:chExt cx="704705" cy="3246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app.dart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235331" y="1967032"/>
            <a:ext cx="2675675" cy="1232568"/>
            <a:chOff x="0" y="0"/>
            <a:chExt cx="704705" cy="3246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homepage.dart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1598448" y="2583315"/>
            <a:ext cx="480604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>
            <a:off x="14754727" y="2583315"/>
            <a:ext cx="480604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8922773" y="4413969"/>
            <a:ext cx="2675675" cy="1232568"/>
            <a:chOff x="0" y="0"/>
            <a:chExt cx="704705" cy="3246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A07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void main()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H="true">
            <a:off x="10260610" y="3199599"/>
            <a:ext cx="0" cy="1214370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7" id="27"/>
          <p:cNvGrpSpPr/>
          <p:nvPr/>
        </p:nvGrpSpPr>
        <p:grpSpPr>
          <a:xfrm rot="0">
            <a:off x="12079052" y="4413969"/>
            <a:ext cx="2675675" cy="1315293"/>
            <a:chOff x="0" y="0"/>
            <a:chExt cx="704705" cy="3464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4705" cy="346415"/>
            </a:xfrm>
            <a:custGeom>
              <a:avLst/>
              <a:gdLst/>
              <a:ahLst/>
              <a:cxnLst/>
              <a:rect r="r" b="b" t="t" l="l"/>
              <a:pathLst>
                <a:path h="346415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82759"/>
                  </a:lnTo>
                  <a:cubicBezTo>
                    <a:pt x="704705" y="317915"/>
                    <a:pt x="676205" y="346415"/>
                    <a:pt x="641049" y="346415"/>
                  </a:cubicBezTo>
                  <a:lnTo>
                    <a:pt x="63656" y="346415"/>
                  </a:lnTo>
                  <a:cubicBezTo>
                    <a:pt x="46773" y="346415"/>
                    <a:pt x="30582" y="339708"/>
                    <a:pt x="18644" y="327770"/>
                  </a:cubicBezTo>
                  <a:cubicBezTo>
                    <a:pt x="6707" y="315833"/>
                    <a:pt x="0" y="299641"/>
                    <a:pt x="0" y="282759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704705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MyApp extends StatelessWidget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3416889" y="3199599"/>
            <a:ext cx="0" cy="1214370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966" y="924414"/>
            <a:ext cx="6349782" cy="3076098"/>
            <a:chOff x="0" y="0"/>
            <a:chExt cx="1672371" cy="8101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2371" cy="810166"/>
            </a:xfrm>
            <a:custGeom>
              <a:avLst/>
              <a:gdLst/>
              <a:ahLst/>
              <a:cxnLst/>
              <a:rect r="r" b="b" t="t" l="l"/>
              <a:pathLst>
                <a:path h="810166" w="1672371">
                  <a:moveTo>
                    <a:pt x="0" y="0"/>
                  </a:moveTo>
                  <a:lnTo>
                    <a:pt x="1672371" y="0"/>
                  </a:lnTo>
                  <a:lnTo>
                    <a:pt x="1672371" y="810166"/>
                  </a:lnTo>
                  <a:lnTo>
                    <a:pt x="0" y="810166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672371" cy="800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22773" y="1967032"/>
            <a:ext cx="2675675" cy="1232568"/>
            <a:chOff x="0" y="0"/>
            <a:chExt cx="704705" cy="3246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main.dart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79052" y="1967032"/>
            <a:ext cx="2675675" cy="1232568"/>
            <a:chOff x="0" y="0"/>
            <a:chExt cx="704705" cy="324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app.dart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235331" y="1967032"/>
            <a:ext cx="2675675" cy="1232568"/>
            <a:chOff x="0" y="0"/>
            <a:chExt cx="704705" cy="324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homepage.dart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1598448" y="2583315"/>
            <a:ext cx="480604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>
            <a:off x="14754727" y="2583315"/>
            <a:ext cx="480604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8922773" y="4413969"/>
            <a:ext cx="2675675" cy="1232568"/>
            <a:chOff x="0" y="0"/>
            <a:chExt cx="704705" cy="3246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A07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void main()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10260610" y="3199599"/>
            <a:ext cx="0" cy="1214370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369691" y="962036"/>
            <a:ext cx="6264057" cy="303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class MyHomePage extends StatefulWidget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MyHomePage({super.key, required this.title});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final String title;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@override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State&lt;MyHomePage&gt; createState() =&gt; _MyHomePageState();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3966" y="486197"/>
            <a:ext cx="2800181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homepage.dart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30560" y="381851"/>
            <a:ext cx="7089308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7001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ContainAnalyzer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79052" y="4413969"/>
            <a:ext cx="2675675" cy="1315293"/>
            <a:chOff x="0" y="0"/>
            <a:chExt cx="704705" cy="3464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4705" cy="346415"/>
            </a:xfrm>
            <a:custGeom>
              <a:avLst/>
              <a:gdLst/>
              <a:ahLst/>
              <a:cxnLst/>
              <a:rect r="r" b="b" t="t" l="l"/>
              <a:pathLst>
                <a:path h="346415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82759"/>
                  </a:lnTo>
                  <a:cubicBezTo>
                    <a:pt x="704705" y="317915"/>
                    <a:pt x="676205" y="346415"/>
                    <a:pt x="641049" y="346415"/>
                  </a:cubicBezTo>
                  <a:lnTo>
                    <a:pt x="63656" y="346415"/>
                  </a:lnTo>
                  <a:cubicBezTo>
                    <a:pt x="46773" y="346415"/>
                    <a:pt x="30582" y="339708"/>
                    <a:pt x="18644" y="327770"/>
                  </a:cubicBezTo>
                  <a:cubicBezTo>
                    <a:pt x="6707" y="315833"/>
                    <a:pt x="0" y="299641"/>
                    <a:pt x="0" y="282759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704705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MyApp extends StatelessWidget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3416889" y="3199599"/>
            <a:ext cx="0" cy="1214370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7" id="27"/>
          <p:cNvGrpSpPr/>
          <p:nvPr/>
        </p:nvGrpSpPr>
        <p:grpSpPr>
          <a:xfrm rot="0">
            <a:off x="2782995" y="6002210"/>
            <a:ext cx="5244141" cy="1232568"/>
            <a:chOff x="0" y="0"/>
            <a:chExt cx="1381173" cy="3246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81173" cy="324627"/>
            </a:xfrm>
            <a:custGeom>
              <a:avLst/>
              <a:gdLst/>
              <a:ahLst/>
              <a:cxnLst/>
              <a:rect r="r" b="b" t="t" l="l"/>
              <a:pathLst>
                <a:path h="324627" w="1381173">
                  <a:moveTo>
                    <a:pt x="32479" y="0"/>
                  </a:moveTo>
                  <a:lnTo>
                    <a:pt x="1348694" y="0"/>
                  </a:lnTo>
                  <a:cubicBezTo>
                    <a:pt x="1366632" y="0"/>
                    <a:pt x="1381173" y="14541"/>
                    <a:pt x="1381173" y="32479"/>
                  </a:cubicBezTo>
                  <a:lnTo>
                    <a:pt x="1381173" y="292148"/>
                  </a:lnTo>
                  <a:cubicBezTo>
                    <a:pt x="1381173" y="310086"/>
                    <a:pt x="1366632" y="324627"/>
                    <a:pt x="1348694" y="324627"/>
                  </a:cubicBezTo>
                  <a:lnTo>
                    <a:pt x="32479" y="324627"/>
                  </a:lnTo>
                  <a:cubicBezTo>
                    <a:pt x="14541" y="324627"/>
                    <a:pt x="0" y="310086"/>
                    <a:pt x="0" y="292148"/>
                  </a:cubicBezTo>
                  <a:lnTo>
                    <a:pt x="0" y="32479"/>
                  </a:lnTo>
                  <a:cubicBezTo>
                    <a:pt x="0" y="14541"/>
                    <a:pt x="14541" y="0"/>
                    <a:pt x="32479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381173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8027136" y="5729263"/>
            <a:ext cx="5389753" cy="889231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1" id="31"/>
          <p:cNvGrpSpPr/>
          <p:nvPr/>
        </p:nvGrpSpPr>
        <p:grpSpPr>
          <a:xfrm rot="0">
            <a:off x="15230977" y="4191615"/>
            <a:ext cx="2675675" cy="1677277"/>
            <a:chOff x="0" y="0"/>
            <a:chExt cx="704705" cy="441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4705" cy="441752"/>
            </a:xfrm>
            <a:custGeom>
              <a:avLst/>
              <a:gdLst/>
              <a:ahLst/>
              <a:cxnLst/>
              <a:rect r="r" b="b" t="t" l="l"/>
              <a:pathLst>
                <a:path h="441752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378096"/>
                  </a:lnTo>
                  <a:cubicBezTo>
                    <a:pt x="704705" y="394979"/>
                    <a:pt x="697998" y="411170"/>
                    <a:pt x="686060" y="423108"/>
                  </a:cubicBezTo>
                  <a:cubicBezTo>
                    <a:pt x="674122" y="435045"/>
                    <a:pt x="657931" y="441752"/>
                    <a:pt x="641049" y="441752"/>
                  </a:cubicBezTo>
                  <a:lnTo>
                    <a:pt x="63656" y="441752"/>
                  </a:lnTo>
                  <a:cubicBezTo>
                    <a:pt x="28500" y="441752"/>
                    <a:pt x="0" y="413252"/>
                    <a:pt x="0" y="378096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704705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MyHomePage extends StatefulWidget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flipH="true">
            <a:off x="16568814" y="3199599"/>
            <a:ext cx="4354" cy="992015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5" id="35"/>
          <p:cNvGrpSpPr/>
          <p:nvPr/>
        </p:nvGrpSpPr>
        <p:grpSpPr>
          <a:xfrm rot="0">
            <a:off x="15235331" y="6618494"/>
            <a:ext cx="2675675" cy="1232568"/>
            <a:chOff x="0" y="0"/>
            <a:chExt cx="704705" cy="3246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String title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flipH="true">
            <a:off x="16568814" y="5868891"/>
            <a:ext cx="0" cy="822533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9" id="39"/>
          <p:cNvGrpSpPr/>
          <p:nvPr/>
        </p:nvGrpSpPr>
        <p:grpSpPr>
          <a:xfrm rot="0">
            <a:off x="10587835" y="7066733"/>
            <a:ext cx="3496525" cy="1315293"/>
            <a:chOff x="0" y="0"/>
            <a:chExt cx="920895" cy="34641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20895" cy="346415"/>
            </a:xfrm>
            <a:custGeom>
              <a:avLst/>
              <a:gdLst/>
              <a:ahLst/>
              <a:cxnLst/>
              <a:rect r="r" b="b" t="t" l="l"/>
              <a:pathLst>
                <a:path h="346415" w="920895">
                  <a:moveTo>
                    <a:pt x="48712" y="0"/>
                  </a:moveTo>
                  <a:lnTo>
                    <a:pt x="872184" y="0"/>
                  </a:lnTo>
                  <a:cubicBezTo>
                    <a:pt x="885103" y="0"/>
                    <a:pt x="897493" y="5132"/>
                    <a:pt x="906628" y="14267"/>
                  </a:cubicBezTo>
                  <a:cubicBezTo>
                    <a:pt x="915763" y="23403"/>
                    <a:pt x="920895" y="35793"/>
                    <a:pt x="920895" y="48712"/>
                  </a:cubicBezTo>
                  <a:lnTo>
                    <a:pt x="920895" y="297703"/>
                  </a:lnTo>
                  <a:cubicBezTo>
                    <a:pt x="920895" y="324606"/>
                    <a:pt x="899086" y="346415"/>
                    <a:pt x="872184" y="346415"/>
                  </a:cubicBezTo>
                  <a:lnTo>
                    <a:pt x="48712" y="346415"/>
                  </a:lnTo>
                  <a:cubicBezTo>
                    <a:pt x="35793" y="346415"/>
                    <a:pt x="23403" y="341283"/>
                    <a:pt x="14267" y="332147"/>
                  </a:cubicBezTo>
                  <a:cubicBezTo>
                    <a:pt x="5132" y="323012"/>
                    <a:pt x="0" y="310622"/>
                    <a:pt x="0" y="297703"/>
                  </a:cubicBezTo>
                  <a:lnTo>
                    <a:pt x="0" y="48712"/>
                  </a:lnTo>
                  <a:cubicBezTo>
                    <a:pt x="0" y="35793"/>
                    <a:pt x="5132" y="23403"/>
                    <a:pt x="14267" y="14267"/>
                  </a:cubicBezTo>
                  <a:cubicBezTo>
                    <a:pt x="23403" y="5132"/>
                    <a:pt x="35793" y="0"/>
                    <a:pt x="48712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920895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State&lt;MyHomePage&gt; createState()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flipH="true">
            <a:off x="14074386" y="5827129"/>
            <a:ext cx="1240586" cy="1385092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966" y="924414"/>
            <a:ext cx="6349782" cy="2742723"/>
            <a:chOff x="0" y="0"/>
            <a:chExt cx="1672371" cy="7223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2371" cy="722363"/>
            </a:xfrm>
            <a:custGeom>
              <a:avLst/>
              <a:gdLst/>
              <a:ahLst/>
              <a:cxnLst/>
              <a:rect r="r" b="b" t="t" l="l"/>
              <a:pathLst>
                <a:path h="722363" w="1672371">
                  <a:moveTo>
                    <a:pt x="0" y="0"/>
                  </a:moveTo>
                  <a:lnTo>
                    <a:pt x="1672371" y="0"/>
                  </a:lnTo>
                  <a:lnTo>
                    <a:pt x="1672371" y="722363"/>
                  </a:lnTo>
                  <a:lnTo>
                    <a:pt x="0" y="722363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672371" cy="712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16282" y="1350748"/>
            <a:ext cx="2675675" cy="1232568"/>
            <a:chOff x="0" y="0"/>
            <a:chExt cx="704705" cy="3246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main.dart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71441" y="1350748"/>
            <a:ext cx="2675675" cy="1232568"/>
            <a:chOff x="0" y="0"/>
            <a:chExt cx="704705" cy="324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app.dart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92511" y="1350748"/>
            <a:ext cx="2675675" cy="1232568"/>
            <a:chOff x="0" y="0"/>
            <a:chExt cx="704705" cy="324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homepage.dart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691958" y="1967032"/>
            <a:ext cx="1579484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>
            <a:off x="13947116" y="1967032"/>
            <a:ext cx="745394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7016282" y="3050852"/>
            <a:ext cx="2675675" cy="1232568"/>
            <a:chOff x="0" y="0"/>
            <a:chExt cx="704705" cy="3246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A07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void main()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8354120" y="2583315"/>
            <a:ext cx="0" cy="467537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369691" y="962036"/>
            <a:ext cx="6264057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class _MyHomePageState extends State&lt;MyHomePage&gt;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int _counter = 0;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_incrementCounter()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setState(()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_counter++;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});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3966" y="486197"/>
            <a:ext cx="2800181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homepage.dart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30560" y="381851"/>
            <a:ext cx="7089308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7001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ContainAnalyzer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103147" y="3009489"/>
            <a:ext cx="2675675" cy="1315293"/>
            <a:chOff x="0" y="0"/>
            <a:chExt cx="704705" cy="3464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4705" cy="346415"/>
            </a:xfrm>
            <a:custGeom>
              <a:avLst/>
              <a:gdLst/>
              <a:ahLst/>
              <a:cxnLst/>
              <a:rect r="r" b="b" t="t" l="l"/>
              <a:pathLst>
                <a:path h="346415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82759"/>
                  </a:lnTo>
                  <a:cubicBezTo>
                    <a:pt x="704705" y="317915"/>
                    <a:pt x="676205" y="346415"/>
                    <a:pt x="641049" y="346415"/>
                  </a:cubicBezTo>
                  <a:lnTo>
                    <a:pt x="63656" y="346415"/>
                  </a:lnTo>
                  <a:cubicBezTo>
                    <a:pt x="46773" y="346415"/>
                    <a:pt x="30582" y="339708"/>
                    <a:pt x="18644" y="327770"/>
                  </a:cubicBezTo>
                  <a:cubicBezTo>
                    <a:pt x="6707" y="315833"/>
                    <a:pt x="0" y="299641"/>
                    <a:pt x="0" y="282759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704705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MyApp extends StatelessWidget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H="true">
            <a:off x="11440985" y="2583315"/>
            <a:ext cx="1168294" cy="426174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7" id="27"/>
          <p:cNvGrpSpPr/>
          <p:nvPr/>
        </p:nvGrpSpPr>
        <p:grpSpPr>
          <a:xfrm rot="0">
            <a:off x="1326557" y="5385926"/>
            <a:ext cx="5244141" cy="1232568"/>
            <a:chOff x="0" y="0"/>
            <a:chExt cx="1381173" cy="3246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81173" cy="324627"/>
            </a:xfrm>
            <a:custGeom>
              <a:avLst/>
              <a:gdLst/>
              <a:ahLst/>
              <a:cxnLst/>
              <a:rect r="r" b="b" t="t" l="l"/>
              <a:pathLst>
                <a:path h="324627" w="1381173">
                  <a:moveTo>
                    <a:pt x="32479" y="0"/>
                  </a:moveTo>
                  <a:lnTo>
                    <a:pt x="1348694" y="0"/>
                  </a:lnTo>
                  <a:cubicBezTo>
                    <a:pt x="1366632" y="0"/>
                    <a:pt x="1381173" y="14541"/>
                    <a:pt x="1381173" y="32479"/>
                  </a:cubicBezTo>
                  <a:lnTo>
                    <a:pt x="1381173" y="292148"/>
                  </a:lnTo>
                  <a:cubicBezTo>
                    <a:pt x="1381173" y="310086"/>
                    <a:pt x="1366632" y="324627"/>
                    <a:pt x="1348694" y="324627"/>
                  </a:cubicBezTo>
                  <a:lnTo>
                    <a:pt x="32479" y="324627"/>
                  </a:lnTo>
                  <a:cubicBezTo>
                    <a:pt x="14541" y="324627"/>
                    <a:pt x="0" y="310086"/>
                    <a:pt x="0" y="292148"/>
                  </a:cubicBezTo>
                  <a:lnTo>
                    <a:pt x="0" y="32479"/>
                  </a:lnTo>
                  <a:cubicBezTo>
                    <a:pt x="0" y="14541"/>
                    <a:pt x="14541" y="0"/>
                    <a:pt x="32479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381173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6516065" y="4324783"/>
            <a:ext cx="4924920" cy="1129582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1" id="31"/>
          <p:cNvGrpSpPr/>
          <p:nvPr/>
        </p:nvGrpSpPr>
        <p:grpSpPr>
          <a:xfrm rot="0">
            <a:off x="11302687" y="4697638"/>
            <a:ext cx="2675675" cy="1677277"/>
            <a:chOff x="0" y="0"/>
            <a:chExt cx="704705" cy="441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4705" cy="441752"/>
            </a:xfrm>
            <a:custGeom>
              <a:avLst/>
              <a:gdLst/>
              <a:ahLst/>
              <a:cxnLst/>
              <a:rect r="r" b="b" t="t" l="l"/>
              <a:pathLst>
                <a:path h="441752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378096"/>
                  </a:lnTo>
                  <a:cubicBezTo>
                    <a:pt x="704705" y="394979"/>
                    <a:pt x="697998" y="411170"/>
                    <a:pt x="686060" y="423108"/>
                  </a:cubicBezTo>
                  <a:cubicBezTo>
                    <a:pt x="674122" y="435045"/>
                    <a:pt x="657931" y="441752"/>
                    <a:pt x="641049" y="441752"/>
                  </a:cubicBezTo>
                  <a:lnTo>
                    <a:pt x="63656" y="441752"/>
                  </a:lnTo>
                  <a:cubicBezTo>
                    <a:pt x="28500" y="441752"/>
                    <a:pt x="0" y="413252"/>
                    <a:pt x="0" y="378096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704705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MyHomePage extends StatefulWidget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flipH="true">
            <a:off x="12640525" y="2583315"/>
            <a:ext cx="3389823" cy="2114322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5" id="35"/>
          <p:cNvGrpSpPr/>
          <p:nvPr/>
        </p:nvGrpSpPr>
        <p:grpSpPr>
          <a:xfrm rot="0">
            <a:off x="8105258" y="7666991"/>
            <a:ext cx="2675675" cy="1232568"/>
            <a:chOff x="0" y="0"/>
            <a:chExt cx="704705" cy="3246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String title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flipH="true">
            <a:off x="10621412" y="6363807"/>
            <a:ext cx="823330" cy="1276705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9" id="39"/>
          <p:cNvGrpSpPr/>
          <p:nvPr/>
        </p:nvGrpSpPr>
        <p:grpSpPr>
          <a:xfrm rot="0">
            <a:off x="14414481" y="4102579"/>
            <a:ext cx="3496525" cy="1677277"/>
            <a:chOff x="0" y="0"/>
            <a:chExt cx="920895" cy="441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20895" cy="441752"/>
            </a:xfrm>
            <a:custGeom>
              <a:avLst/>
              <a:gdLst/>
              <a:ahLst/>
              <a:cxnLst/>
              <a:rect r="r" b="b" t="t" l="l"/>
              <a:pathLst>
                <a:path h="441752" w="920895">
                  <a:moveTo>
                    <a:pt x="48712" y="0"/>
                  </a:moveTo>
                  <a:lnTo>
                    <a:pt x="872184" y="0"/>
                  </a:lnTo>
                  <a:cubicBezTo>
                    <a:pt x="885103" y="0"/>
                    <a:pt x="897493" y="5132"/>
                    <a:pt x="906628" y="14267"/>
                  </a:cubicBezTo>
                  <a:cubicBezTo>
                    <a:pt x="915763" y="23403"/>
                    <a:pt x="920895" y="35793"/>
                    <a:pt x="920895" y="48712"/>
                  </a:cubicBezTo>
                  <a:lnTo>
                    <a:pt x="920895" y="393040"/>
                  </a:lnTo>
                  <a:cubicBezTo>
                    <a:pt x="920895" y="405959"/>
                    <a:pt x="915763" y="418349"/>
                    <a:pt x="906628" y="427484"/>
                  </a:cubicBezTo>
                  <a:cubicBezTo>
                    <a:pt x="897493" y="436620"/>
                    <a:pt x="885103" y="441752"/>
                    <a:pt x="872184" y="441752"/>
                  </a:cubicBezTo>
                  <a:lnTo>
                    <a:pt x="48712" y="441752"/>
                  </a:lnTo>
                  <a:cubicBezTo>
                    <a:pt x="21809" y="441752"/>
                    <a:pt x="0" y="419943"/>
                    <a:pt x="0" y="393040"/>
                  </a:cubicBezTo>
                  <a:lnTo>
                    <a:pt x="0" y="48712"/>
                  </a:lnTo>
                  <a:cubicBezTo>
                    <a:pt x="0" y="35793"/>
                    <a:pt x="5132" y="23403"/>
                    <a:pt x="14267" y="14267"/>
                  </a:cubicBezTo>
                  <a:cubicBezTo>
                    <a:pt x="23403" y="5132"/>
                    <a:pt x="35793" y="0"/>
                    <a:pt x="48712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920895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_MyHomePageState extends State&lt;MyHomePage&gt;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16030348" y="2583315"/>
            <a:ext cx="132395" cy="1519264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3" id="43"/>
          <p:cNvGrpSpPr/>
          <p:nvPr/>
        </p:nvGrpSpPr>
        <p:grpSpPr>
          <a:xfrm rot="0">
            <a:off x="11440985" y="8187010"/>
            <a:ext cx="3496525" cy="1232568"/>
            <a:chOff x="0" y="0"/>
            <a:chExt cx="920895" cy="32462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20895" cy="324627"/>
            </a:xfrm>
            <a:custGeom>
              <a:avLst/>
              <a:gdLst/>
              <a:ahLst/>
              <a:cxnLst/>
              <a:rect r="r" b="b" t="t" l="l"/>
              <a:pathLst>
                <a:path h="324627" w="920895">
                  <a:moveTo>
                    <a:pt x="48712" y="0"/>
                  </a:moveTo>
                  <a:lnTo>
                    <a:pt x="872184" y="0"/>
                  </a:lnTo>
                  <a:cubicBezTo>
                    <a:pt x="885103" y="0"/>
                    <a:pt x="897493" y="5132"/>
                    <a:pt x="906628" y="14267"/>
                  </a:cubicBezTo>
                  <a:cubicBezTo>
                    <a:pt x="915763" y="23403"/>
                    <a:pt x="920895" y="35793"/>
                    <a:pt x="920895" y="48712"/>
                  </a:cubicBezTo>
                  <a:lnTo>
                    <a:pt x="920895" y="275915"/>
                  </a:lnTo>
                  <a:cubicBezTo>
                    <a:pt x="920895" y="288834"/>
                    <a:pt x="915763" y="301224"/>
                    <a:pt x="906628" y="310360"/>
                  </a:cubicBezTo>
                  <a:cubicBezTo>
                    <a:pt x="897493" y="319495"/>
                    <a:pt x="885103" y="324627"/>
                    <a:pt x="872184" y="324627"/>
                  </a:cubicBezTo>
                  <a:lnTo>
                    <a:pt x="48712" y="324627"/>
                  </a:lnTo>
                  <a:cubicBezTo>
                    <a:pt x="35793" y="324627"/>
                    <a:pt x="23403" y="319495"/>
                    <a:pt x="14267" y="310360"/>
                  </a:cubicBezTo>
                  <a:cubicBezTo>
                    <a:pt x="5132" y="301224"/>
                    <a:pt x="0" y="288834"/>
                    <a:pt x="0" y="275915"/>
                  </a:cubicBezTo>
                  <a:lnTo>
                    <a:pt x="0" y="48712"/>
                  </a:lnTo>
                  <a:cubicBezTo>
                    <a:pt x="0" y="35793"/>
                    <a:pt x="5132" y="23403"/>
                    <a:pt x="14267" y="14267"/>
                  </a:cubicBezTo>
                  <a:cubicBezTo>
                    <a:pt x="23403" y="5132"/>
                    <a:pt x="35793" y="0"/>
                    <a:pt x="48712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92089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_incrementCounter() 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444193" y="8114357"/>
            <a:ext cx="2675675" cy="1232568"/>
            <a:chOff x="0" y="0"/>
            <a:chExt cx="704705" cy="32462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int _counter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 flipH="true">
            <a:off x="14831380" y="5779856"/>
            <a:ext cx="1331363" cy="2434411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0" id="50"/>
          <p:cNvSpPr/>
          <p:nvPr/>
        </p:nvSpPr>
        <p:spPr>
          <a:xfrm>
            <a:off x="16162743" y="5779856"/>
            <a:ext cx="619288" cy="2334502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3519758" y="7456711"/>
            <a:ext cx="3496525" cy="1315293"/>
            <a:chOff x="0" y="0"/>
            <a:chExt cx="920895" cy="34641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0895" cy="346415"/>
            </a:xfrm>
            <a:custGeom>
              <a:avLst/>
              <a:gdLst/>
              <a:ahLst/>
              <a:cxnLst/>
              <a:rect r="r" b="b" t="t" l="l"/>
              <a:pathLst>
                <a:path h="346415" w="920895">
                  <a:moveTo>
                    <a:pt x="48712" y="0"/>
                  </a:moveTo>
                  <a:lnTo>
                    <a:pt x="872184" y="0"/>
                  </a:lnTo>
                  <a:cubicBezTo>
                    <a:pt x="885103" y="0"/>
                    <a:pt x="897493" y="5132"/>
                    <a:pt x="906628" y="14267"/>
                  </a:cubicBezTo>
                  <a:cubicBezTo>
                    <a:pt x="915763" y="23403"/>
                    <a:pt x="920895" y="35793"/>
                    <a:pt x="920895" y="48712"/>
                  </a:cubicBezTo>
                  <a:lnTo>
                    <a:pt x="920895" y="297703"/>
                  </a:lnTo>
                  <a:cubicBezTo>
                    <a:pt x="920895" y="324606"/>
                    <a:pt x="899086" y="346415"/>
                    <a:pt x="872184" y="346415"/>
                  </a:cubicBezTo>
                  <a:lnTo>
                    <a:pt x="48712" y="346415"/>
                  </a:lnTo>
                  <a:cubicBezTo>
                    <a:pt x="35793" y="346415"/>
                    <a:pt x="23403" y="341283"/>
                    <a:pt x="14267" y="332147"/>
                  </a:cubicBezTo>
                  <a:cubicBezTo>
                    <a:pt x="5132" y="323012"/>
                    <a:pt x="0" y="310622"/>
                    <a:pt x="0" y="297703"/>
                  </a:cubicBezTo>
                  <a:lnTo>
                    <a:pt x="0" y="48712"/>
                  </a:lnTo>
                  <a:cubicBezTo>
                    <a:pt x="0" y="35793"/>
                    <a:pt x="5132" y="23403"/>
                    <a:pt x="14267" y="14267"/>
                  </a:cubicBezTo>
                  <a:cubicBezTo>
                    <a:pt x="23403" y="5132"/>
                    <a:pt x="35793" y="0"/>
                    <a:pt x="48712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9525"/>
              <a:ext cx="920895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State&lt;MyHomePage&gt; createState()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flipH="true">
            <a:off x="7006309" y="5634221"/>
            <a:ext cx="4265132" cy="1967977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966" y="924414"/>
            <a:ext cx="6349782" cy="3101281"/>
            <a:chOff x="0" y="0"/>
            <a:chExt cx="1672371" cy="816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2371" cy="816798"/>
            </a:xfrm>
            <a:custGeom>
              <a:avLst/>
              <a:gdLst/>
              <a:ahLst/>
              <a:cxnLst/>
              <a:rect r="r" b="b" t="t" l="l"/>
              <a:pathLst>
                <a:path h="816798" w="1672371">
                  <a:moveTo>
                    <a:pt x="0" y="0"/>
                  </a:moveTo>
                  <a:lnTo>
                    <a:pt x="1672371" y="0"/>
                  </a:lnTo>
                  <a:lnTo>
                    <a:pt x="1672371" y="816798"/>
                  </a:lnTo>
                  <a:lnTo>
                    <a:pt x="0" y="816798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672371" cy="80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16282" y="1350748"/>
            <a:ext cx="2675675" cy="1232568"/>
            <a:chOff x="0" y="0"/>
            <a:chExt cx="704705" cy="3246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main.dart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05576" y="1350748"/>
            <a:ext cx="2675675" cy="1232568"/>
            <a:chOff x="0" y="0"/>
            <a:chExt cx="704705" cy="324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app.dart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76364" y="1350748"/>
            <a:ext cx="2675675" cy="1232568"/>
            <a:chOff x="0" y="0"/>
            <a:chExt cx="704705" cy="324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homepage.dart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691958" y="1967032"/>
            <a:ext cx="1513619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>
            <a:off x="13881251" y="1967032"/>
            <a:ext cx="1195113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6857408" y="2900887"/>
            <a:ext cx="1722430" cy="1232568"/>
            <a:chOff x="0" y="0"/>
            <a:chExt cx="453644" cy="3246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3644" cy="324627"/>
            </a:xfrm>
            <a:custGeom>
              <a:avLst/>
              <a:gdLst/>
              <a:ahLst/>
              <a:cxnLst/>
              <a:rect r="r" b="b" t="t" l="l"/>
              <a:pathLst>
                <a:path h="324627" w="453644">
                  <a:moveTo>
                    <a:pt x="98885" y="0"/>
                  </a:moveTo>
                  <a:lnTo>
                    <a:pt x="354759" y="0"/>
                  </a:lnTo>
                  <a:cubicBezTo>
                    <a:pt x="409372" y="0"/>
                    <a:pt x="453644" y="44272"/>
                    <a:pt x="453644" y="98885"/>
                  </a:cubicBezTo>
                  <a:lnTo>
                    <a:pt x="453644" y="225742"/>
                  </a:lnTo>
                  <a:cubicBezTo>
                    <a:pt x="453644" y="280355"/>
                    <a:pt x="409372" y="324627"/>
                    <a:pt x="354759" y="324627"/>
                  </a:cubicBezTo>
                  <a:lnTo>
                    <a:pt x="98885" y="324627"/>
                  </a:lnTo>
                  <a:cubicBezTo>
                    <a:pt x="44272" y="324627"/>
                    <a:pt x="0" y="280355"/>
                    <a:pt x="0" y="225742"/>
                  </a:cubicBezTo>
                  <a:lnTo>
                    <a:pt x="0" y="98885"/>
                  </a:lnTo>
                  <a:cubicBezTo>
                    <a:pt x="0" y="44272"/>
                    <a:pt x="44272" y="0"/>
                    <a:pt x="98885" y="0"/>
                  </a:cubicBezTo>
                  <a:close/>
                </a:path>
              </a:pathLst>
            </a:custGeom>
            <a:solidFill>
              <a:srgbClr val="FFA07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45364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void main()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8062851" y="2583315"/>
            <a:ext cx="291269" cy="317571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369691" y="962036"/>
            <a:ext cx="6264057" cy="303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@override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Widget build(BuildContext context)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return Scaffold(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appBar: AppBar(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backgroundColor: Theme.of(context).colorScheme.inversePrimary,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title: Text(widget.title),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),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3966" y="486197"/>
            <a:ext cx="2800181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homepage.dart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30560" y="381851"/>
            <a:ext cx="7089308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7001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ContainAnalyzer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21335" y="3012835"/>
            <a:ext cx="2440266" cy="1315293"/>
            <a:chOff x="0" y="0"/>
            <a:chExt cx="642704" cy="3464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2704" cy="346415"/>
            </a:xfrm>
            <a:custGeom>
              <a:avLst/>
              <a:gdLst/>
              <a:ahLst/>
              <a:cxnLst/>
              <a:rect r="r" b="b" t="t" l="l"/>
              <a:pathLst>
                <a:path h="346415" w="642704">
                  <a:moveTo>
                    <a:pt x="69797" y="0"/>
                  </a:moveTo>
                  <a:lnTo>
                    <a:pt x="572907" y="0"/>
                  </a:lnTo>
                  <a:cubicBezTo>
                    <a:pt x="591418" y="0"/>
                    <a:pt x="609171" y="7354"/>
                    <a:pt x="622261" y="20443"/>
                  </a:cubicBezTo>
                  <a:cubicBezTo>
                    <a:pt x="635350" y="33532"/>
                    <a:pt x="642704" y="51285"/>
                    <a:pt x="642704" y="69797"/>
                  </a:cubicBezTo>
                  <a:lnTo>
                    <a:pt x="642704" y="276618"/>
                  </a:lnTo>
                  <a:cubicBezTo>
                    <a:pt x="642704" y="295129"/>
                    <a:pt x="635350" y="312882"/>
                    <a:pt x="622261" y="325972"/>
                  </a:cubicBezTo>
                  <a:cubicBezTo>
                    <a:pt x="609171" y="339061"/>
                    <a:pt x="591418" y="346415"/>
                    <a:pt x="572907" y="346415"/>
                  </a:cubicBezTo>
                  <a:lnTo>
                    <a:pt x="69797" y="346415"/>
                  </a:lnTo>
                  <a:cubicBezTo>
                    <a:pt x="51285" y="346415"/>
                    <a:pt x="33532" y="339061"/>
                    <a:pt x="20443" y="325972"/>
                  </a:cubicBezTo>
                  <a:cubicBezTo>
                    <a:pt x="7354" y="312882"/>
                    <a:pt x="0" y="295129"/>
                    <a:pt x="0" y="276618"/>
                  </a:cubicBezTo>
                  <a:lnTo>
                    <a:pt x="0" y="69797"/>
                  </a:lnTo>
                  <a:cubicBezTo>
                    <a:pt x="0" y="51285"/>
                    <a:pt x="7354" y="33532"/>
                    <a:pt x="20443" y="20443"/>
                  </a:cubicBezTo>
                  <a:cubicBezTo>
                    <a:pt x="33532" y="7354"/>
                    <a:pt x="51285" y="0"/>
                    <a:pt x="69797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642704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MyApp extends StatelessWidget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H="true">
            <a:off x="11631524" y="2583315"/>
            <a:ext cx="911889" cy="445116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7" id="27"/>
          <p:cNvGrpSpPr/>
          <p:nvPr/>
        </p:nvGrpSpPr>
        <p:grpSpPr>
          <a:xfrm rot="0">
            <a:off x="489392" y="4715172"/>
            <a:ext cx="5189508" cy="1232568"/>
            <a:chOff x="0" y="0"/>
            <a:chExt cx="1366784" cy="3246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66784" cy="324627"/>
            </a:xfrm>
            <a:custGeom>
              <a:avLst/>
              <a:gdLst/>
              <a:ahLst/>
              <a:cxnLst/>
              <a:rect r="r" b="b" t="t" l="l"/>
              <a:pathLst>
                <a:path h="324627" w="1366784">
                  <a:moveTo>
                    <a:pt x="32820" y="0"/>
                  </a:moveTo>
                  <a:lnTo>
                    <a:pt x="1333964" y="0"/>
                  </a:lnTo>
                  <a:cubicBezTo>
                    <a:pt x="1352090" y="0"/>
                    <a:pt x="1366784" y="14694"/>
                    <a:pt x="1366784" y="32820"/>
                  </a:cubicBezTo>
                  <a:lnTo>
                    <a:pt x="1366784" y="291806"/>
                  </a:lnTo>
                  <a:cubicBezTo>
                    <a:pt x="1366784" y="300511"/>
                    <a:pt x="1363326" y="308859"/>
                    <a:pt x="1357171" y="315014"/>
                  </a:cubicBezTo>
                  <a:cubicBezTo>
                    <a:pt x="1351016" y="321169"/>
                    <a:pt x="1342668" y="324627"/>
                    <a:pt x="1333964" y="324627"/>
                  </a:cubicBezTo>
                  <a:lnTo>
                    <a:pt x="32820" y="324627"/>
                  </a:lnTo>
                  <a:cubicBezTo>
                    <a:pt x="14694" y="324627"/>
                    <a:pt x="0" y="309933"/>
                    <a:pt x="0" y="291806"/>
                  </a:cubicBezTo>
                  <a:lnTo>
                    <a:pt x="0" y="32820"/>
                  </a:lnTo>
                  <a:cubicBezTo>
                    <a:pt x="0" y="14694"/>
                    <a:pt x="14694" y="0"/>
                    <a:pt x="32820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36678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5624361" y="4204489"/>
            <a:ext cx="3765271" cy="579224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1" id="31"/>
          <p:cNvGrpSpPr/>
          <p:nvPr/>
        </p:nvGrpSpPr>
        <p:grpSpPr>
          <a:xfrm rot="0">
            <a:off x="11823835" y="4492818"/>
            <a:ext cx="2307846" cy="1677277"/>
            <a:chOff x="0" y="0"/>
            <a:chExt cx="607828" cy="441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7828" cy="441752"/>
            </a:xfrm>
            <a:custGeom>
              <a:avLst/>
              <a:gdLst/>
              <a:ahLst/>
              <a:cxnLst/>
              <a:rect r="r" b="b" t="t" l="l"/>
              <a:pathLst>
                <a:path h="441752" w="607828">
                  <a:moveTo>
                    <a:pt x="73801" y="0"/>
                  </a:moveTo>
                  <a:lnTo>
                    <a:pt x="534026" y="0"/>
                  </a:lnTo>
                  <a:cubicBezTo>
                    <a:pt x="553600" y="0"/>
                    <a:pt x="572371" y="7775"/>
                    <a:pt x="586212" y="21616"/>
                  </a:cubicBezTo>
                  <a:cubicBezTo>
                    <a:pt x="600052" y="35456"/>
                    <a:pt x="607828" y="54228"/>
                    <a:pt x="607828" y="73801"/>
                  </a:cubicBezTo>
                  <a:lnTo>
                    <a:pt x="607828" y="367950"/>
                  </a:lnTo>
                  <a:cubicBezTo>
                    <a:pt x="607828" y="408710"/>
                    <a:pt x="574786" y="441752"/>
                    <a:pt x="534026" y="441752"/>
                  </a:cubicBezTo>
                  <a:lnTo>
                    <a:pt x="73801" y="441752"/>
                  </a:lnTo>
                  <a:cubicBezTo>
                    <a:pt x="33042" y="441752"/>
                    <a:pt x="0" y="408710"/>
                    <a:pt x="0" y="367950"/>
                  </a:cubicBezTo>
                  <a:lnTo>
                    <a:pt x="0" y="73801"/>
                  </a:lnTo>
                  <a:cubicBezTo>
                    <a:pt x="0" y="33042"/>
                    <a:pt x="33042" y="0"/>
                    <a:pt x="73801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607828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MyHomePage extends StatefulWidget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flipH="true">
            <a:off x="12977758" y="2583315"/>
            <a:ext cx="3436444" cy="1909502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5" id="35"/>
          <p:cNvGrpSpPr/>
          <p:nvPr/>
        </p:nvGrpSpPr>
        <p:grpSpPr>
          <a:xfrm rot="0">
            <a:off x="6163141" y="7707764"/>
            <a:ext cx="2675675" cy="1232568"/>
            <a:chOff x="0" y="0"/>
            <a:chExt cx="704705" cy="3246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String title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flipH="true">
            <a:off x="7500979" y="5331456"/>
            <a:ext cx="4322856" cy="2376308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9" id="39"/>
          <p:cNvGrpSpPr/>
          <p:nvPr/>
        </p:nvGrpSpPr>
        <p:grpSpPr>
          <a:xfrm rot="0">
            <a:off x="14835176" y="4316495"/>
            <a:ext cx="3284693" cy="1677277"/>
            <a:chOff x="0" y="0"/>
            <a:chExt cx="865104" cy="441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65104" cy="441752"/>
            </a:xfrm>
            <a:custGeom>
              <a:avLst/>
              <a:gdLst/>
              <a:ahLst/>
              <a:cxnLst/>
              <a:rect r="r" b="b" t="t" l="l"/>
              <a:pathLst>
                <a:path h="441752" w="865104">
                  <a:moveTo>
                    <a:pt x="51853" y="0"/>
                  </a:moveTo>
                  <a:lnTo>
                    <a:pt x="813251" y="0"/>
                  </a:lnTo>
                  <a:cubicBezTo>
                    <a:pt x="841889" y="0"/>
                    <a:pt x="865104" y="23216"/>
                    <a:pt x="865104" y="51853"/>
                  </a:cubicBezTo>
                  <a:lnTo>
                    <a:pt x="865104" y="389899"/>
                  </a:lnTo>
                  <a:cubicBezTo>
                    <a:pt x="865104" y="418536"/>
                    <a:pt x="841889" y="441752"/>
                    <a:pt x="813251" y="441752"/>
                  </a:cubicBezTo>
                  <a:lnTo>
                    <a:pt x="51853" y="441752"/>
                  </a:lnTo>
                  <a:cubicBezTo>
                    <a:pt x="23216" y="441752"/>
                    <a:pt x="0" y="418536"/>
                    <a:pt x="0" y="389899"/>
                  </a:cubicBezTo>
                  <a:lnTo>
                    <a:pt x="0" y="51853"/>
                  </a:lnTo>
                  <a:cubicBezTo>
                    <a:pt x="0" y="23216"/>
                    <a:pt x="23216" y="0"/>
                    <a:pt x="51853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865104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_MyHomePageState extends State&lt;MyHomePage&gt;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16414201" y="2583315"/>
            <a:ext cx="1565140" cy="1744813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3" id="43"/>
          <p:cNvGrpSpPr/>
          <p:nvPr/>
        </p:nvGrpSpPr>
        <p:grpSpPr>
          <a:xfrm rot="0">
            <a:off x="13186210" y="8348339"/>
            <a:ext cx="3297932" cy="1232568"/>
            <a:chOff x="0" y="0"/>
            <a:chExt cx="868591" cy="32462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68591" cy="324627"/>
            </a:xfrm>
            <a:custGeom>
              <a:avLst/>
              <a:gdLst/>
              <a:ahLst/>
              <a:cxnLst/>
              <a:rect r="r" b="b" t="t" l="l"/>
              <a:pathLst>
                <a:path h="324627" w="868591">
                  <a:moveTo>
                    <a:pt x="51645" y="0"/>
                  </a:moveTo>
                  <a:lnTo>
                    <a:pt x="816946" y="0"/>
                  </a:lnTo>
                  <a:cubicBezTo>
                    <a:pt x="845469" y="0"/>
                    <a:pt x="868591" y="23122"/>
                    <a:pt x="868591" y="51645"/>
                  </a:cubicBezTo>
                  <a:lnTo>
                    <a:pt x="868591" y="272982"/>
                  </a:lnTo>
                  <a:cubicBezTo>
                    <a:pt x="868591" y="286679"/>
                    <a:pt x="863150" y="299815"/>
                    <a:pt x="853465" y="309500"/>
                  </a:cubicBezTo>
                  <a:cubicBezTo>
                    <a:pt x="843779" y="319186"/>
                    <a:pt x="830643" y="324627"/>
                    <a:pt x="816946" y="324627"/>
                  </a:cubicBezTo>
                  <a:lnTo>
                    <a:pt x="51645" y="324627"/>
                  </a:lnTo>
                  <a:cubicBezTo>
                    <a:pt x="23122" y="324627"/>
                    <a:pt x="0" y="301505"/>
                    <a:pt x="0" y="272982"/>
                  </a:cubicBezTo>
                  <a:lnTo>
                    <a:pt x="0" y="51645"/>
                  </a:lnTo>
                  <a:cubicBezTo>
                    <a:pt x="0" y="23122"/>
                    <a:pt x="23122" y="0"/>
                    <a:pt x="51645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868591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_incrementCounter() 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444193" y="6867921"/>
            <a:ext cx="2675675" cy="1232568"/>
            <a:chOff x="0" y="0"/>
            <a:chExt cx="704705" cy="32462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int _counter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 flipH="true">
            <a:off x="14835176" y="5993772"/>
            <a:ext cx="675862" cy="2354568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0" id="50"/>
          <p:cNvSpPr/>
          <p:nvPr/>
        </p:nvSpPr>
        <p:spPr>
          <a:xfrm>
            <a:off x="16477522" y="5993772"/>
            <a:ext cx="304509" cy="874149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9296923" y="6950046"/>
            <a:ext cx="5189508" cy="1232568"/>
            <a:chOff x="0" y="0"/>
            <a:chExt cx="1366784" cy="32462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66784" cy="324627"/>
            </a:xfrm>
            <a:custGeom>
              <a:avLst/>
              <a:gdLst/>
              <a:ahLst/>
              <a:cxnLst/>
              <a:rect r="r" b="b" t="t" l="l"/>
              <a:pathLst>
                <a:path h="324627" w="1366784">
                  <a:moveTo>
                    <a:pt x="32820" y="0"/>
                  </a:moveTo>
                  <a:lnTo>
                    <a:pt x="1333964" y="0"/>
                  </a:lnTo>
                  <a:cubicBezTo>
                    <a:pt x="1352090" y="0"/>
                    <a:pt x="1366784" y="14694"/>
                    <a:pt x="1366784" y="32820"/>
                  </a:cubicBezTo>
                  <a:lnTo>
                    <a:pt x="1366784" y="291806"/>
                  </a:lnTo>
                  <a:cubicBezTo>
                    <a:pt x="1366784" y="300511"/>
                    <a:pt x="1363326" y="308859"/>
                    <a:pt x="1357171" y="315014"/>
                  </a:cubicBezTo>
                  <a:cubicBezTo>
                    <a:pt x="1351016" y="321169"/>
                    <a:pt x="1342668" y="324627"/>
                    <a:pt x="1333964" y="324627"/>
                  </a:cubicBezTo>
                  <a:lnTo>
                    <a:pt x="32820" y="324627"/>
                  </a:lnTo>
                  <a:cubicBezTo>
                    <a:pt x="14694" y="324627"/>
                    <a:pt x="0" y="309933"/>
                    <a:pt x="0" y="291806"/>
                  </a:cubicBezTo>
                  <a:lnTo>
                    <a:pt x="0" y="32820"/>
                  </a:lnTo>
                  <a:cubicBezTo>
                    <a:pt x="0" y="14694"/>
                    <a:pt x="14694" y="0"/>
                    <a:pt x="32820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9525"/>
              <a:ext cx="136678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flipH="true">
            <a:off x="14154844" y="5991928"/>
            <a:ext cx="861963" cy="987784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5" id="55"/>
          <p:cNvGrpSpPr/>
          <p:nvPr/>
        </p:nvGrpSpPr>
        <p:grpSpPr>
          <a:xfrm rot="0">
            <a:off x="1704591" y="7195604"/>
            <a:ext cx="3496525" cy="1315293"/>
            <a:chOff x="0" y="0"/>
            <a:chExt cx="920895" cy="34641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20895" cy="346415"/>
            </a:xfrm>
            <a:custGeom>
              <a:avLst/>
              <a:gdLst/>
              <a:ahLst/>
              <a:cxnLst/>
              <a:rect r="r" b="b" t="t" l="l"/>
              <a:pathLst>
                <a:path h="346415" w="920895">
                  <a:moveTo>
                    <a:pt x="48712" y="0"/>
                  </a:moveTo>
                  <a:lnTo>
                    <a:pt x="872184" y="0"/>
                  </a:lnTo>
                  <a:cubicBezTo>
                    <a:pt x="885103" y="0"/>
                    <a:pt x="897493" y="5132"/>
                    <a:pt x="906628" y="14267"/>
                  </a:cubicBezTo>
                  <a:cubicBezTo>
                    <a:pt x="915763" y="23403"/>
                    <a:pt x="920895" y="35793"/>
                    <a:pt x="920895" y="48712"/>
                  </a:cubicBezTo>
                  <a:lnTo>
                    <a:pt x="920895" y="297703"/>
                  </a:lnTo>
                  <a:cubicBezTo>
                    <a:pt x="920895" y="324606"/>
                    <a:pt x="899086" y="346415"/>
                    <a:pt x="872184" y="346415"/>
                  </a:cubicBezTo>
                  <a:lnTo>
                    <a:pt x="48712" y="346415"/>
                  </a:lnTo>
                  <a:cubicBezTo>
                    <a:pt x="35793" y="346415"/>
                    <a:pt x="23403" y="341283"/>
                    <a:pt x="14267" y="332147"/>
                  </a:cubicBezTo>
                  <a:cubicBezTo>
                    <a:pt x="5132" y="323012"/>
                    <a:pt x="0" y="310622"/>
                    <a:pt x="0" y="297703"/>
                  </a:cubicBezTo>
                  <a:lnTo>
                    <a:pt x="0" y="48712"/>
                  </a:lnTo>
                  <a:cubicBezTo>
                    <a:pt x="0" y="35793"/>
                    <a:pt x="5132" y="23403"/>
                    <a:pt x="14267" y="14267"/>
                  </a:cubicBezTo>
                  <a:cubicBezTo>
                    <a:pt x="23403" y="5132"/>
                    <a:pt x="35793" y="0"/>
                    <a:pt x="48712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9525"/>
              <a:ext cx="920895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State&lt;MyHomePage&gt; createState()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flipH="true">
            <a:off x="5191143" y="5331456"/>
            <a:ext cx="6632692" cy="2009636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966" y="924414"/>
            <a:ext cx="6349782" cy="1128593"/>
            <a:chOff x="0" y="0"/>
            <a:chExt cx="1672371" cy="2972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2371" cy="297243"/>
            </a:xfrm>
            <a:custGeom>
              <a:avLst/>
              <a:gdLst/>
              <a:ahLst/>
              <a:cxnLst/>
              <a:rect r="r" b="b" t="t" l="l"/>
              <a:pathLst>
                <a:path h="297243" w="1672371">
                  <a:moveTo>
                    <a:pt x="0" y="0"/>
                  </a:moveTo>
                  <a:lnTo>
                    <a:pt x="1672371" y="0"/>
                  </a:lnTo>
                  <a:lnTo>
                    <a:pt x="1672371" y="297243"/>
                  </a:lnTo>
                  <a:lnTo>
                    <a:pt x="0" y="297243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672371" cy="287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16282" y="1350748"/>
            <a:ext cx="2675675" cy="1232568"/>
            <a:chOff x="0" y="0"/>
            <a:chExt cx="704705" cy="3246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main.dart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05576" y="1350748"/>
            <a:ext cx="2675675" cy="1232568"/>
            <a:chOff x="0" y="0"/>
            <a:chExt cx="704705" cy="324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app.dart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76364" y="1350748"/>
            <a:ext cx="2675675" cy="1232568"/>
            <a:chOff x="0" y="0"/>
            <a:chExt cx="704705" cy="324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homepage.dart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691958" y="1967032"/>
            <a:ext cx="1513619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>
            <a:off x="13881251" y="1967032"/>
            <a:ext cx="1195113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6857408" y="2900887"/>
            <a:ext cx="1722430" cy="1232568"/>
            <a:chOff x="0" y="0"/>
            <a:chExt cx="453644" cy="3246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3644" cy="324627"/>
            </a:xfrm>
            <a:custGeom>
              <a:avLst/>
              <a:gdLst/>
              <a:ahLst/>
              <a:cxnLst/>
              <a:rect r="r" b="b" t="t" l="l"/>
              <a:pathLst>
                <a:path h="324627" w="453644">
                  <a:moveTo>
                    <a:pt x="98885" y="0"/>
                  </a:moveTo>
                  <a:lnTo>
                    <a:pt x="354759" y="0"/>
                  </a:lnTo>
                  <a:cubicBezTo>
                    <a:pt x="409372" y="0"/>
                    <a:pt x="453644" y="44272"/>
                    <a:pt x="453644" y="98885"/>
                  </a:cubicBezTo>
                  <a:lnTo>
                    <a:pt x="453644" y="225742"/>
                  </a:lnTo>
                  <a:cubicBezTo>
                    <a:pt x="453644" y="280355"/>
                    <a:pt x="409372" y="324627"/>
                    <a:pt x="354759" y="324627"/>
                  </a:cubicBezTo>
                  <a:lnTo>
                    <a:pt x="98885" y="324627"/>
                  </a:lnTo>
                  <a:cubicBezTo>
                    <a:pt x="44272" y="324627"/>
                    <a:pt x="0" y="280355"/>
                    <a:pt x="0" y="225742"/>
                  </a:cubicBezTo>
                  <a:lnTo>
                    <a:pt x="0" y="98885"/>
                  </a:lnTo>
                  <a:cubicBezTo>
                    <a:pt x="0" y="44272"/>
                    <a:pt x="44272" y="0"/>
                    <a:pt x="98885" y="0"/>
                  </a:cubicBezTo>
                  <a:close/>
                </a:path>
              </a:pathLst>
            </a:custGeom>
            <a:solidFill>
              <a:srgbClr val="FFA07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45364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void main()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8062851" y="2583315"/>
            <a:ext cx="291269" cy="317571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369691" y="962036"/>
            <a:ext cx="626405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void main()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runApp(const MyApp());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}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83966" y="486197"/>
            <a:ext cx="2800181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main.dart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43414" y="344212"/>
            <a:ext cx="5383641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7001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CallAnalyzer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21335" y="3012835"/>
            <a:ext cx="2440266" cy="1315293"/>
            <a:chOff x="0" y="0"/>
            <a:chExt cx="642704" cy="3464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2704" cy="346415"/>
            </a:xfrm>
            <a:custGeom>
              <a:avLst/>
              <a:gdLst/>
              <a:ahLst/>
              <a:cxnLst/>
              <a:rect r="r" b="b" t="t" l="l"/>
              <a:pathLst>
                <a:path h="346415" w="642704">
                  <a:moveTo>
                    <a:pt x="69797" y="0"/>
                  </a:moveTo>
                  <a:lnTo>
                    <a:pt x="572907" y="0"/>
                  </a:lnTo>
                  <a:cubicBezTo>
                    <a:pt x="591418" y="0"/>
                    <a:pt x="609171" y="7354"/>
                    <a:pt x="622261" y="20443"/>
                  </a:cubicBezTo>
                  <a:cubicBezTo>
                    <a:pt x="635350" y="33532"/>
                    <a:pt x="642704" y="51285"/>
                    <a:pt x="642704" y="69797"/>
                  </a:cubicBezTo>
                  <a:lnTo>
                    <a:pt x="642704" y="276618"/>
                  </a:lnTo>
                  <a:cubicBezTo>
                    <a:pt x="642704" y="295129"/>
                    <a:pt x="635350" y="312882"/>
                    <a:pt x="622261" y="325972"/>
                  </a:cubicBezTo>
                  <a:cubicBezTo>
                    <a:pt x="609171" y="339061"/>
                    <a:pt x="591418" y="346415"/>
                    <a:pt x="572907" y="346415"/>
                  </a:cubicBezTo>
                  <a:lnTo>
                    <a:pt x="69797" y="346415"/>
                  </a:lnTo>
                  <a:cubicBezTo>
                    <a:pt x="51285" y="346415"/>
                    <a:pt x="33532" y="339061"/>
                    <a:pt x="20443" y="325972"/>
                  </a:cubicBezTo>
                  <a:cubicBezTo>
                    <a:pt x="7354" y="312882"/>
                    <a:pt x="0" y="295129"/>
                    <a:pt x="0" y="276618"/>
                  </a:cubicBezTo>
                  <a:lnTo>
                    <a:pt x="0" y="69797"/>
                  </a:lnTo>
                  <a:cubicBezTo>
                    <a:pt x="0" y="51285"/>
                    <a:pt x="7354" y="33532"/>
                    <a:pt x="20443" y="20443"/>
                  </a:cubicBezTo>
                  <a:cubicBezTo>
                    <a:pt x="33532" y="7354"/>
                    <a:pt x="51285" y="0"/>
                    <a:pt x="69797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642704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MyApp extends StatelessWidget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H="true">
            <a:off x="11631524" y="2583315"/>
            <a:ext cx="911889" cy="445116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7" id="27"/>
          <p:cNvGrpSpPr/>
          <p:nvPr/>
        </p:nvGrpSpPr>
        <p:grpSpPr>
          <a:xfrm rot="0">
            <a:off x="489392" y="4715172"/>
            <a:ext cx="5189508" cy="1232568"/>
            <a:chOff x="0" y="0"/>
            <a:chExt cx="1366784" cy="3246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66784" cy="324627"/>
            </a:xfrm>
            <a:custGeom>
              <a:avLst/>
              <a:gdLst/>
              <a:ahLst/>
              <a:cxnLst/>
              <a:rect r="r" b="b" t="t" l="l"/>
              <a:pathLst>
                <a:path h="324627" w="1366784">
                  <a:moveTo>
                    <a:pt x="32820" y="0"/>
                  </a:moveTo>
                  <a:lnTo>
                    <a:pt x="1333964" y="0"/>
                  </a:lnTo>
                  <a:cubicBezTo>
                    <a:pt x="1352090" y="0"/>
                    <a:pt x="1366784" y="14694"/>
                    <a:pt x="1366784" y="32820"/>
                  </a:cubicBezTo>
                  <a:lnTo>
                    <a:pt x="1366784" y="291806"/>
                  </a:lnTo>
                  <a:cubicBezTo>
                    <a:pt x="1366784" y="300511"/>
                    <a:pt x="1363326" y="308859"/>
                    <a:pt x="1357171" y="315014"/>
                  </a:cubicBezTo>
                  <a:cubicBezTo>
                    <a:pt x="1351016" y="321169"/>
                    <a:pt x="1342668" y="324627"/>
                    <a:pt x="1333964" y="324627"/>
                  </a:cubicBezTo>
                  <a:lnTo>
                    <a:pt x="32820" y="324627"/>
                  </a:lnTo>
                  <a:cubicBezTo>
                    <a:pt x="14694" y="324627"/>
                    <a:pt x="0" y="309933"/>
                    <a:pt x="0" y="291806"/>
                  </a:cubicBezTo>
                  <a:lnTo>
                    <a:pt x="0" y="32820"/>
                  </a:lnTo>
                  <a:cubicBezTo>
                    <a:pt x="0" y="14694"/>
                    <a:pt x="14694" y="0"/>
                    <a:pt x="32820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36678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5624361" y="4204489"/>
            <a:ext cx="3765271" cy="579224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1" id="31"/>
          <p:cNvGrpSpPr/>
          <p:nvPr/>
        </p:nvGrpSpPr>
        <p:grpSpPr>
          <a:xfrm rot="0">
            <a:off x="11823835" y="4492818"/>
            <a:ext cx="2307846" cy="1677277"/>
            <a:chOff x="0" y="0"/>
            <a:chExt cx="607828" cy="441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7828" cy="441752"/>
            </a:xfrm>
            <a:custGeom>
              <a:avLst/>
              <a:gdLst/>
              <a:ahLst/>
              <a:cxnLst/>
              <a:rect r="r" b="b" t="t" l="l"/>
              <a:pathLst>
                <a:path h="441752" w="607828">
                  <a:moveTo>
                    <a:pt x="73801" y="0"/>
                  </a:moveTo>
                  <a:lnTo>
                    <a:pt x="534026" y="0"/>
                  </a:lnTo>
                  <a:cubicBezTo>
                    <a:pt x="553600" y="0"/>
                    <a:pt x="572371" y="7775"/>
                    <a:pt x="586212" y="21616"/>
                  </a:cubicBezTo>
                  <a:cubicBezTo>
                    <a:pt x="600052" y="35456"/>
                    <a:pt x="607828" y="54228"/>
                    <a:pt x="607828" y="73801"/>
                  </a:cubicBezTo>
                  <a:lnTo>
                    <a:pt x="607828" y="367950"/>
                  </a:lnTo>
                  <a:cubicBezTo>
                    <a:pt x="607828" y="408710"/>
                    <a:pt x="574786" y="441752"/>
                    <a:pt x="534026" y="441752"/>
                  </a:cubicBezTo>
                  <a:lnTo>
                    <a:pt x="73801" y="441752"/>
                  </a:lnTo>
                  <a:cubicBezTo>
                    <a:pt x="33042" y="441752"/>
                    <a:pt x="0" y="408710"/>
                    <a:pt x="0" y="367950"/>
                  </a:cubicBezTo>
                  <a:lnTo>
                    <a:pt x="0" y="73801"/>
                  </a:lnTo>
                  <a:cubicBezTo>
                    <a:pt x="0" y="33042"/>
                    <a:pt x="33042" y="0"/>
                    <a:pt x="73801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607828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MyHomePage extends StatefulWidget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flipH="true">
            <a:off x="12977758" y="2583315"/>
            <a:ext cx="3436444" cy="1909502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5" id="35"/>
          <p:cNvGrpSpPr/>
          <p:nvPr/>
        </p:nvGrpSpPr>
        <p:grpSpPr>
          <a:xfrm rot="0">
            <a:off x="6163141" y="7707764"/>
            <a:ext cx="2675675" cy="1232568"/>
            <a:chOff x="0" y="0"/>
            <a:chExt cx="704705" cy="3246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String title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flipH="true">
            <a:off x="7500979" y="5331456"/>
            <a:ext cx="4322856" cy="2376308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9" id="39"/>
          <p:cNvGrpSpPr/>
          <p:nvPr/>
        </p:nvGrpSpPr>
        <p:grpSpPr>
          <a:xfrm rot="0">
            <a:off x="14835176" y="4316495"/>
            <a:ext cx="3284693" cy="1677277"/>
            <a:chOff x="0" y="0"/>
            <a:chExt cx="865104" cy="441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65104" cy="441752"/>
            </a:xfrm>
            <a:custGeom>
              <a:avLst/>
              <a:gdLst/>
              <a:ahLst/>
              <a:cxnLst/>
              <a:rect r="r" b="b" t="t" l="l"/>
              <a:pathLst>
                <a:path h="441752" w="865104">
                  <a:moveTo>
                    <a:pt x="51853" y="0"/>
                  </a:moveTo>
                  <a:lnTo>
                    <a:pt x="813251" y="0"/>
                  </a:lnTo>
                  <a:cubicBezTo>
                    <a:pt x="841889" y="0"/>
                    <a:pt x="865104" y="23216"/>
                    <a:pt x="865104" y="51853"/>
                  </a:cubicBezTo>
                  <a:lnTo>
                    <a:pt x="865104" y="389899"/>
                  </a:lnTo>
                  <a:cubicBezTo>
                    <a:pt x="865104" y="418536"/>
                    <a:pt x="841889" y="441752"/>
                    <a:pt x="813251" y="441752"/>
                  </a:cubicBezTo>
                  <a:lnTo>
                    <a:pt x="51853" y="441752"/>
                  </a:lnTo>
                  <a:cubicBezTo>
                    <a:pt x="23216" y="441752"/>
                    <a:pt x="0" y="418536"/>
                    <a:pt x="0" y="389899"/>
                  </a:cubicBezTo>
                  <a:lnTo>
                    <a:pt x="0" y="51853"/>
                  </a:lnTo>
                  <a:cubicBezTo>
                    <a:pt x="0" y="23216"/>
                    <a:pt x="23216" y="0"/>
                    <a:pt x="51853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865104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_MyHomePageState extends State&lt;MyHomePage&gt;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16414201" y="2583315"/>
            <a:ext cx="1565140" cy="1744813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3" id="43"/>
          <p:cNvGrpSpPr/>
          <p:nvPr/>
        </p:nvGrpSpPr>
        <p:grpSpPr>
          <a:xfrm rot="0">
            <a:off x="13186210" y="8348339"/>
            <a:ext cx="3297932" cy="1232568"/>
            <a:chOff x="0" y="0"/>
            <a:chExt cx="868591" cy="32462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68591" cy="324627"/>
            </a:xfrm>
            <a:custGeom>
              <a:avLst/>
              <a:gdLst/>
              <a:ahLst/>
              <a:cxnLst/>
              <a:rect r="r" b="b" t="t" l="l"/>
              <a:pathLst>
                <a:path h="324627" w="868591">
                  <a:moveTo>
                    <a:pt x="51645" y="0"/>
                  </a:moveTo>
                  <a:lnTo>
                    <a:pt x="816946" y="0"/>
                  </a:lnTo>
                  <a:cubicBezTo>
                    <a:pt x="845469" y="0"/>
                    <a:pt x="868591" y="23122"/>
                    <a:pt x="868591" y="51645"/>
                  </a:cubicBezTo>
                  <a:lnTo>
                    <a:pt x="868591" y="272982"/>
                  </a:lnTo>
                  <a:cubicBezTo>
                    <a:pt x="868591" y="286679"/>
                    <a:pt x="863150" y="299815"/>
                    <a:pt x="853465" y="309500"/>
                  </a:cubicBezTo>
                  <a:cubicBezTo>
                    <a:pt x="843779" y="319186"/>
                    <a:pt x="830643" y="324627"/>
                    <a:pt x="816946" y="324627"/>
                  </a:cubicBezTo>
                  <a:lnTo>
                    <a:pt x="51645" y="324627"/>
                  </a:lnTo>
                  <a:cubicBezTo>
                    <a:pt x="23122" y="324627"/>
                    <a:pt x="0" y="301505"/>
                    <a:pt x="0" y="272982"/>
                  </a:cubicBezTo>
                  <a:lnTo>
                    <a:pt x="0" y="51645"/>
                  </a:lnTo>
                  <a:cubicBezTo>
                    <a:pt x="0" y="23122"/>
                    <a:pt x="23122" y="0"/>
                    <a:pt x="51645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868591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_incrementCounter() 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444193" y="6867921"/>
            <a:ext cx="2675675" cy="1232568"/>
            <a:chOff x="0" y="0"/>
            <a:chExt cx="704705" cy="32462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int _counter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 flipH="true">
            <a:off x="14835176" y="5993772"/>
            <a:ext cx="675862" cy="2354568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0" id="50"/>
          <p:cNvSpPr/>
          <p:nvPr/>
        </p:nvSpPr>
        <p:spPr>
          <a:xfrm>
            <a:off x="16477522" y="5993772"/>
            <a:ext cx="304509" cy="874149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9296923" y="6950046"/>
            <a:ext cx="5189508" cy="1232568"/>
            <a:chOff x="0" y="0"/>
            <a:chExt cx="1366784" cy="32462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66784" cy="324627"/>
            </a:xfrm>
            <a:custGeom>
              <a:avLst/>
              <a:gdLst/>
              <a:ahLst/>
              <a:cxnLst/>
              <a:rect r="r" b="b" t="t" l="l"/>
              <a:pathLst>
                <a:path h="324627" w="1366784">
                  <a:moveTo>
                    <a:pt x="32820" y="0"/>
                  </a:moveTo>
                  <a:lnTo>
                    <a:pt x="1333964" y="0"/>
                  </a:lnTo>
                  <a:cubicBezTo>
                    <a:pt x="1352090" y="0"/>
                    <a:pt x="1366784" y="14694"/>
                    <a:pt x="1366784" y="32820"/>
                  </a:cubicBezTo>
                  <a:lnTo>
                    <a:pt x="1366784" y="291806"/>
                  </a:lnTo>
                  <a:cubicBezTo>
                    <a:pt x="1366784" y="300511"/>
                    <a:pt x="1363326" y="308859"/>
                    <a:pt x="1357171" y="315014"/>
                  </a:cubicBezTo>
                  <a:cubicBezTo>
                    <a:pt x="1351016" y="321169"/>
                    <a:pt x="1342668" y="324627"/>
                    <a:pt x="1333964" y="324627"/>
                  </a:cubicBezTo>
                  <a:lnTo>
                    <a:pt x="32820" y="324627"/>
                  </a:lnTo>
                  <a:cubicBezTo>
                    <a:pt x="14694" y="324627"/>
                    <a:pt x="0" y="309933"/>
                    <a:pt x="0" y="291806"/>
                  </a:cubicBezTo>
                  <a:lnTo>
                    <a:pt x="0" y="32820"/>
                  </a:lnTo>
                  <a:cubicBezTo>
                    <a:pt x="0" y="14694"/>
                    <a:pt x="14694" y="0"/>
                    <a:pt x="32820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9525"/>
              <a:ext cx="136678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flipH="true">
            <a:off x="14154844" y="5991928"/>
            <a:ext cx="861963" cy="987784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5" id="55"/>
          <p:cNvGrpSpPr/>
          <p:nvPr/>
        </p:nvGrpSpPr>
        <p:grpSpPr>
          <a:xfrm rot="0">
            <a:off x="1704591" y="7195604"/>
            <a:ext cx="3496525" cy="1315293"/>
            <a:chOff x="0" y="0"/>
            <a:chExt cx="920895" cy="34641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20895" cy="346415"/>
            </a:xfrm>
            <a:custGeom>
              <a:avLst/>
              <a:gdLst/>
              <a:ahLst/>
              <a:cxnLst/>
              <a:rect r="r" b="b" t="t" l="l"/>
              <a:pathLst>
                <a:path h="346415" w="920895">
                  <a:moveTo>
                    <a:pt x="48712" y="0"/>
                  </a:moveTo>
                  <a:lnTo>
                    <a:pt x="872184" y="0"/>
                  </a:lnTo>
                  <a:cubicBezTo>
                    <a:pt x="885103" y="0"/>
                    <a:pt x="897493" y="5132"/>
                    <a:pt x="906628" y="14267"/>
                  </a:cubicBezTo>
                  <a:cubicBezTo>
                    <a:pt x="915763" y="23403"/>
                    <a:pt x="920895" y="35793"/>
                    <a:pt x="920895" y="48712"/>
                  </a:cubicBezTo>
                  <a:lnTo>
                    <a:pt x="920895" y="297703"/>
                  </a:lnTo>
                  <a:cubicBezTo>
                    <a:pt x="920895" y="324606"/>
                    <a:pt x="899086" y="346415"/>
                    <a:pt x="872184" y="346415"/>
                  </a:cubicBezTo>
                  <a:lnTo>
                    <a:pt x="48712" y="346415"/>
                  </a:lnTo>
                  <a:cubicBezTo>
                    <a:pt x="35793" y="346415"/>
                    <a:pt x="23403" y="341283"/>
                    <a:pt x="14267" y="332147"/>
                  </a:cubicBezTo>
                  <a:cubicBezTo>
                    <a:pt x="5132" y="323012"/>
                    <a:pt x="0" y="310622"/>
                    <a:pt x="0" y="297703"/>
                  </a:cubicBezTo>
                  <a:lnTo>
                    <a:pt x="0" y="48712"/>
                  </a:lnTo>
                  <a:cubicBezTo>
                    <a:pt x="0" y="35793"/>
                    <a:pt x="5132" y="23403"/>
                    <a:pt x="14267" y="14267"/>
                  </a:cubicBezTo>
                  <a:cubicBezTo>
                    <a:pt x="23403" y="5132"/>
                    <a:pt x="35793" y="0"/>
                    <a:pt x="48712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9525"/>
              <a:ext cx="920895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State&lt;MyHomePage&gt; createState()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flipH="true">
            <a:off x="5191143" y="5331456"/>
            <a:ext cx="6632692" cy="2009636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9" id="59"/>
          <p:cNvSpPr/>
          <p:nvPr/>
        </p:nvSpPr>
        <p:spPr>
          <a:xfrm>
            <a:off x="8579838" y="3517171"/>
            <a:ext cx="772010" cy="186865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966" y="924414"/>
            <a:ext cx="6349782" cy="3790758"/>
            <a:chOff x="0" y="0"/>
            <a:chExt cx="1672371" cy="9983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2371" cy="998389"/>
            </a:xfrm>
            <a:custGeom>
              <a:avLst/>
              <a:gdLst/>
              <a:ahLst/>
              <a:cxnLst/>
              <a:rect r="r" b="b" t="t" l="l"/>
              <a:pathLst>
                <a:path h="998389" w="1672371">
                  <a:moveTo>
                    <a:pt x="0" y="0"/>
                  </a:moveTo>
                  <a:lnTo>
                    <a:pt x="1672371" y="0"/>
                  </a:lnTo>
                  <a:lnTo>
                    <a:pt x="1672371" y="998389"/>
                  </a:lnTo>
                  <a:lnTo>
                    <a:pt x="0" y="998389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672371" cy="988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16282" y="1350748"/>
            <a:ext cx="2675675" cy="1232568"/>
            <a:chOff x="0" y="0"/>
            <a:chExt cx="704705" cy="3246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main.dart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05576" y="1350748"/>
            <a:ext cx="2675675" cy="1232568"/>
            <a:chOff x="0" y="0"/>
            <a:chExt cx="704705" cy="324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app.dart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76364" y="1350748"/>
            <a:ext cx="2675675" cy="1232568"/>
            <a:chOff x="0" y="0"/>
            <a:chExt cx="704705" cy="324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homepage.dart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691958" y="1967032"/>
            <a:ext cx="1513619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>
            <a:off x="13881251" y="1967032"/>
            <a:ext cx="1195113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6857408" y="2900887"/>
            <a:ext cx="1722430" cy="1232568"/>
            <a:chOff x="0" y="0"/>
            <a:chExt cx="453644" cy="3246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3644" cy="324627"/>
            </a:xfrm>
            <a:custGeom>
              <a:avLst/>
              <a:gdLst/>
              <a:ahLst/>
              <a:cxnLst/>
              <a:rect r="r" b="b" t="t" l="l"/>
              <a:pathLst>
                <a:path h="324627" w="453644">
                  <a:moveTo>
                    <a:pt x="98885" y="0"/>
                  </a:moveTo>
                  <a:lnTo>
                    <a:pt x="354759" y="0"/>
                  </a:lnTo>
                  <a:cubicBezTo>
                    <a:pt x="409372" y="0"/>
                    <a:pt x="453644" y="44272"/>
                    <a:pt x="453644" y="98885"/>
                  </a:cubicBezTo>
                  <a:lnTo>
                    <a:pt x="453644" y="225742"/>
                  </a:lnTo>
                  <a:cubicBezTo>
                    <a:pt x="453644" y="280355"/>
                    <a:pt x="409372" y="324627"/>
                    <a:pt x="354759" y="324627"/>
                  </a:cubicBezTo>
                  <a:lnTo>
                    <a:pt x="98885" y="324627"/>
                  </a:lnTo>
                  <a:cubicBezTo>
                    <a:pt x="44272" y="324627"/>
                    <a:pt x="0" y="280355"/>
                    <a:pt x="0" y="225742"/>
                  </a:cubicBezTo>
                  <a:lnTo>
                    <a:pt x="0" y="98885"/>
                  </a:lnTo>
                  <a:cubicBezTo>
                    <a:pt x="0" y="44272"/>
                    <a:pt x="44272" y="0"/>
                    <a:pt x="98885" y="0"/>
                  </a:cubicBezTo>
                  <a:close/>
                </a:path>
              </a:pathLst>
            </a:custGeom>
            <a:solidFill>
              <a:srgbClr val="FFA07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45364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void main()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8062851" y="2583315"/>
            <a:ext cx="291269" cy="317571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369691" y="962036"/>
            <a:ext cx="6264057" cy="403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return MaterialApp(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title: 'Flutter Dem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o',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theme: ThemeData(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colorScheme: ColorScheme.fromSeed(seedColor: Colors.deepPurple),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useMaterial3: true,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),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home: MyHomePage(title: 'Flutter Demo Home Page'),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);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83966" y="486197"/>
            <a:ext cx="2800181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app.dart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21335" y="3012835"/>
            <a:ext cx="2440266" cy="1315293"/>
            <a:chOff x="0" y="0"/>
            <a:chExt cx="642704" cy="3464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2704" cy="346415"/>
            </a:xfrm>
            <a:custGeom>
              <a:avLst/>
              <a:gdLst/>
              <a:ahLst/>
              <a:cxnLst/>
              <a:rect r="r" b="b" t="t" l="l"/>
              <a:pathLst>
                <a:path h="346415" w="642704">
                  <a:moveTo>
                    <a:pt x="69797" y="0"/>
                  </a:moveTo>
                  <a:lnTo>
                    <a:pt x="572907" y="0"/>
                  </a:lnTo>
                  <a:cubicBezTo>
                    <a:pt x="591418" y="0"/>
                    <a:pt x="609171" y="7354"/>
                    <a:pt x="622261" y="20443"/>
                  </a:cubicBezTo>
                  <a:cubicBezTo>
                    <a:pt x="635350" y="33532"/>
                    <a:pt x="642704" y="51285"/>
                    <a:pt x="642704" y="69797"/>
                  </a:cubicBezTo>
                  <a:lnTo>
                    <a:pt x="642704" y="276618"/>
                  </a:lnTo>
                  <a:cubicBezTo>
                    <a:pt x="642704" y="295129"/>
                    <a:pt x="635350" y="312882"/>
                    <a:pt x="622261" y="325972"/>
                  </a:cubicBezTo>
                  <a:cubicBezTo>
                    <a:pt x="609171" y="339061"/>
                    <a:pt x="591418" y="346415"/>
                    <a:pt x="572907" y="346415"/>
                  </a:cubicBezTo>
                  <a:lnTo>
                    <a:pt x="69797" y="346415"/>
                  </a:lnTo>
                  <a:cubicBezTo>
                    <a:pt x="51285" y="346415"/>
                    <a:pt x="33532" y="339061"/>
                    <a:pt x="20443" y="325972"/>
                  </a:cubicBezTo>
                  <a:cubicBezTo>
                    <a:pt x="7354" y="312882"/>
                    <a:pt x="0" y="295129"/>
                    <a:pt x="0" y="276618"/>
                  </a:cubicBezTo>
                  <a:lnTo>
                    <a:pt x="0" y="69797"/>
                  </a:lnTo>
                  <a:cubicBezTo>
                    <a:pt x="0" y="51285"/>
                    <a:pt x="7354" y="33532"/>
                    <a:pt x="20443" y="20443"/>
                  </a:cubicBezTo>
                  <a:cubicBezTo>
                    <a:pt x="33532" y="7354"/>
                    <a:pt x="51285" y="0"/>
                    <a:pt x="69797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642704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MyApp extends StatelessWidget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H="true">
            <a:off x="11631524" y="2583315"/>
            <a:ext cx="911889" cy="445116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648267" y="5155133"/>
            <a:ext cx="5189508" cy="1232568"/>
            <a:chOff x="0" y="0"/>
            <a:chExt cx="1366784" cy="3246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66784" cy="324627"/>
            </a:xfrm>
            <a:custGeom>
              <a:avLst/>
              <a:gdLst/>
              <a:ahLst/>
              <a:cxnLst/>
              <a:rect r="r" b="b" t="t" l="l"/>
              <a:pathLst>
                <a:path h="324627" w="1366784">
                  <a:moveTo>
                    <a:pt x="32820" y="0"/>
                  </a:moveTo>
                  <a:lnTo>
                    <a:pt x="1333964" y="0"/>
                  </a:lnTo>
                  <a:cubicBezTo>
                    <a:pt x="1352090" y="0"/>
                    <a:pt x="1366784" y="14694"/>
                    <a:pt x="1366784" y="32820"/>
                  </a:cubicBezTo>
                  <a:lnTo>
                    <a:pt x="1366784" y="291806"/>
                  </a:lnTo>
                  <a:cubicBezTo>
                    <a:pt x="1366784" y="300511"/>
                    <a:pt x="1363326" y="308859"/>
                    <a:pt x="1357171" y="315014"/>
                  </a:cubicBezTo>
                  <a:cubicBezTo>
                    <a:pt x="1351016" y="321169"/>
                    <a:pt x="1342668" y="324627"/>
                    <a:pt x="1333964" y="324627"/>
                  </a:cubicBezTo>
                  <a:lnTo>
                    <a:pt x="32820" y="324627"/>
                  </a:lnTo>
                  <a:cubicBezTo>
                    <a:pt x="14694" y="324627"/>
                    <a:pt x="0" y="309933"/>
                    <a:pt x="0" y="291806"/>
                  </a:cubicBezTo>
                  <a:lnTo>
                    <a:pt x="0" y="32820"/>
                  </a:lnTo>
                  <a:cubicBezTo>
                    <a:pt x="0" y="14694"/>
                    <a:pt x="14694" y="0"/>
                    <a:pt x="32820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136678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flipH="true">
            <a:off x="5783235" y="4227527"/>
            <a:ext cx="3568613" cy="996147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11823835" y="4492818"/>
            <a:ext cx="2307846" cy="1677277"/>
            <a:chOff x="0" y="0"/>
            <a:chExt cx="607828" cy="441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7828" cy="441752"/>
            </a:xfrm>
            <a:custGeom>
              <a:avLst/>
              <a:gdLst/>
              <a:ahLst/>
              <a:cxnLst/>
              <a:rect r="r" b="b" t="t" l="l"/>
              <a:pathLst>
                <a:path h="441752" w="607828">
                  <a:moveTo>
                    <a:pt x="73801" y="0"/>
                  </a:moveTo>
                  <a:lnTo>
                    <a:pt x="534026" y="0"/>
                  </a:lnTo>
                  <a:cubicBezTo>
                    <a:pt x="553600" y="0"/>
                    <a:pt x="572371" y="7775"/>
                    <a:pt x="586212" y="21616"/>
                  </a:cubicBezTo>
                  <a:cubicBezTo>
                    <a:pt x="600052" y="35456"/>
                    <a:pt x="607828" y="54228"/>
                    <a:pt x="607828" y="73801"/>
                  </a:cubicBezTo>
                  <a:lnTo>
                    <a:pt x="607828" y="367950"/>
                  </a:lnTo>
                  <a:cubicBezTo>
                    <a:pt x="607828" y="408710"/>
                    <a:pt x="574786" y="441752"/>
                    <a:pt x="534026" y="441752"/>
                  </a:cubicBezTo>
                  <a:lnTo>
                    <a:pt x="73801" y="441752"/>
                  </a:lnTo>
                  <a:cubicBezTo>
                    <a:pt x="33042" y="441752"/>
                    <a:pt x="0" y="408710"/>
                    <a:pt x="0" y="367950"/>
                  </a:cubicBezTo>
                  <a:lnTo>
                    <a:pt x="0" y="73801"/>
                  </a:lnTo>
                  <a:cubicBezTo>
                    <a:pt x="0" y="33042"/>
                    <a:pt x="33042" y="0"/>
                    <a:pt x="73801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607828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MyHomePage extends StatefulWidget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H="true">
            <a:off x="12977758" y="2583315"/>
            <a:ext cx="3436444" cy="1909502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6163141" y="7707764"/>
            <a:ext cx="2675675" cy="1232568"/>
            <a:chOff x="0" y="0"/>
            <a:chExt cx="704705" cy="32462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String title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flipH="true">
            <a:off x="7500979" y="5331456"/>
            <a:ext cx="4322856" cy="2376308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4835176" y="4316495"/>
            <a:ext cx="3284693" cy="1677277"/>
            <a:chOff x="0" y="0"/>
            <a:chExt cx="865104" cy="441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65104" cy="441752"/>
            </a:xfrm>
            <a:custGeom>
              <a:avLst/>
              <a:gdLst/>
              <a:ahLst/>
              <a:cxnLst/>
              <a:rect r="r" b="b" t="t" l="l"/>
              <a:pathLst>
                <a:path h="441752" w="865104">
                  <a:moveTo>
                    <a:pt x="51853" y="0"/>
                  </a:moveTo>
                  <a:lnTo>
                    <a:pt x="813251" y="0"/>
                  </a:lnTo>
                  <a:cubicBezTo>
                    <a:pt x="841889" y="0"/>
                    <a:pt x="865104" y="23216"/>
                    <a:pt x="865104" y="51853"/>
                  </a:cubicBezTo>
                  <a:lnTo>
                    <a:pt x="865104" y="389899"/>
                  </a:lnTo>
                  <a:cubicBezTo>
                    <a:pt x="865104" y="418536"/>
                    <a:pt x="841889" y="441752"/>
                    <a:pt x="813251" y="441752"/>
                  </a:cubicBezTo>
                  <a:lnTo>
                    <a:pt x="51853" y="441752"/>
                  </a:lnTo>
                  <a:cubicBezTo>
                    <a:pt x="23216" y="441752"/>
                    <a:pt x="0" y="418536"/>
                    <a:pt x="0" y="389899"/>
                  </a:cubicBezTo>
                  <a:lnTo>
                    <a:pt x="0" y="51853"/>
                  </a:lnTo>
                  <a:cubicBezTo>
                    <a:pt x="0" y="23216"/>
                    <a:pt x="23216" y="0"/>
                    <a:pt x="51853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865104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_MyHomePageState extends State&lt;MyHomePage&gt;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>
            <a:off x="16414201" y="2583315"/>
            <a:ext cx="1565140" cy="1744813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2" id="42"/>
          <p:cNvGrpSpPr/>
          <p:nvPr/>
        </p:nvGrpSpPr>
        <p:grpSpPr>
          <a:xfrm rot="0">
            <a:off x="13186210" y="8348339"/>
            <a:ext cx="3297932" cy="1232568"/>
            <a:chOff x="0" y="0"/>
            <a:chExt cx="868591" cy="32462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68591" cy="324627"/>
            </a:xfrm>
            <a:custGeom>
              <a:avLst/>
              <a:gdLst/>
              <a:ahLst/>
              <a:cxnLst/>
              <a:rect r="r" b="b" t="t" l="l"/>
              <a:pathLst>
                <a:path h="324627" w="868591">
                  <a:moveTo>
                    <a:pt x="51645" y="0"/>
                  </a:moveTo>
                  <a:lnTo>
                    <a:pt x="816946" y="0"/>
                  </a:lnTo>
                  <a:cubicBezTo>
                    <a:pt x="845469" y="0"/>
                    <a:pt x="868591" y="23122"/>
                    <a:pt x="868591" y="51645"/>
                  </a:cubicBezTo>
                  <a:lnTo>
                    <a:pt x="868591" y="272982"/>
                  </a:lnTo>
                  <a:cubicBezTo>
                    <a:pt x="868591" y="286679"/>
                    <a:pt x="863150" y="299815"/>
                    <a:pt x="853465" y="309500"/>
                  </a:cubicBezTo>
                  <a:cubicBezTo>
                    <a:pt x="843779" y="319186"/>
                    <a:pt x="830643" y="324627"/>
                    <a:pt x="816946" y="324627"/>
                  </a:cubicBezTo>
                  <a:lnTo>
                    <a:pt x="51645" y="324627"/>
                  </a:lnTo>
                  <a:cubicBezTo>
                    <a:pt x="23122" y="324627"/>
                    <a:pt x="0" y="301505"/>
                    <a:pt x="0" y="272982"/>
                  </a:cubicBezTo>
                  <a:lnTo>
                    <a:pt x="0" y="51645"/>
                  </a:lnTo>
                  <a:cubicBezTo>
                    <a:pt x="0" y="23122"/>
                    <a:pt x="23122" y="0"/>
                    <a:pt x="51645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868591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_incrementCounter() 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444193" y="6867921"/>
            <a:ext cx="2675675" cy="1232568"/>
            <a:chOff x="0" y="0"/>
            <a:chExt cx="704705" cy="32462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int _counter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 flipH="true">
            <a:off x="14835176" y="5993772"/>
            <a:ext cx="675862" cy="2354568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9" id="49"/>
          <p:cNvSpPr/>
          <p:nvPr/>
        </p:nvSpPr>
        <p:spPr>
          <a:xfrm>
            <a:off x="16477522" y="5993772"/>
            <a:ext cx="304509" cy="874149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0" id="50"/>
          <p:cNvGrpSpPr/>
          <p:nvPr/>
        </p:nvGrpSpPr>
        <p:grpSpPr>
          <a:xfrm rot="0">
            <a:off x="9296923" y="6950046"/>
            <a:ext cx="5189508" cy="1232568"/>
            <a:chOff x="0" y="0"/>
            <a:chExt cx="1366784" cy="32462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66784" cy="324627"/>
            </a:xfrm>
            <a:custGeom>
              <a:avLst/>
              <a:gdLst/>
              <a:ahLst/>
              <a:cxnLst/>
              <a:rect r="r" b="b" t="t" l="l"/>
              <a:pathLst>
                <a:path h="324627" w="1366784">
                  <a:moveTo>
                    <a:pt x="32820" y="0"/>
                  </a:moveTo>
                  <a:lnTo>
                    <a:pt x="1333964" y="0"/>
                  </a:lnTo>
                  <a:cubicBezTo>
                    <a:pt x="1352090" y="0"/>
                    <a:pt x="1366784" y="14694"/>
                    <a:pt x="1366784" y="32820"/>
                  </a:cubicBezTo>
                  <a:lnTo>
                    <a:pt x="1366784" y="291806"/>
                  </a:lnTo>
                  <a:cubicBezTo>
                    <a:pt x="1366784" y="300511"/>
                    <a:pt x="1363326" y="308859"/>
                    <a:pt x="1357171" y="315014"/>
                  </a:cubicBezTo>
                  <a:cubicBezTo>
                    <a:pt x="1351016" y="321169"/>
                    <a:pt x="1342668" y="324627"/>
                    <a:pt x="1333964" y="324627"/>
                  </a:cubicBezTo>
                  <a:lnTo>
                    <a:pt x="32820" y="324627"/>
                  </a:lnTo>
                  <a:cubicBezTo>
                    <a:pt x="14694" y="324627"/>
                    <a:pt x="0" y="309933"/>
                    <a:pt x="0" y="291806"/>
                  </a:cubicBezTo>
                  <a:lnTo>
                    <a:pt x="0" y="32820"/>
                  </a:lnTo>
                  <a:cubicBezTo>
                    <a:pt x="0" y="14694"/>
                    <a:pt x="14694" y="0"/>
                    <a:pt x="32820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136678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flipH="true">
            <a:off x="14154844" y="5991928"/>
            <a:ext cx="861963" cy="987784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4" id="54"/>
          <p:cNvGrpSpPr/>
          <p:nvPr/>
        </p:nvGrpSpPr>
        <p:grpSpPr>
          <a:xfrm rot="0">
            <a:off x="1704591" y="7195604"/>
            <a:ext cx="3496525" cy="1315293"/>
            <a:chOff x="0" y="0"/>
            <a:chExt cx="920895" cy="34641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20895" cy="346415"/>
            </a:xfrm>
            <a:custGeom>
              <a:avLst/>
              <a:gdLst/>
              <a:ahLst/>
              <a:cxnLst/>
              <a:rect r="r" b="b" t="t" l="l"/>
              <a:pathLst>
                <a:path h="346415" w="920895">
                  <a:moveTo>
                    <a:pt x="48712" y="0"/>
                  </a:moveTo>
                  <a:lnTo>
                    <a:pt x="872184" y="0"/>
                  </a:lnTo>
                  <a:cubicBezTo>
                    <a:pt x="885103" y="0"/>
                    <a:pt x="897493" y="5132"/>
                    <a:pt x="906628" y="14267"/>
                  </a:cubicBezTo>
                  <a:cubicBezTo>
                    <a:pt x="915763" y="23403"/>
                    <a:pt x="920895" y="35793"/>
                    <a:pt x="920895" y="48712"/>
                  </a:cubicBezTo>
                  <a:lnTo>
                    <a:pt x="920895" y="297703"/>
                  </a:lnTo>
                  <a:cubicBezTo>
                    <a:pt x="920895" y="324606"/>
                    <a:pt x="899086" y="346415"/>
                    <a:pt x="872184" y="346415"/>
                  </a:cubicBezTo>
                  <a:lnTo>
                    <a:pt x="48712" y="346415"/>
                  </a:lnTo>
                  <a:cubicBezTo>
                    <a:pt x="35793" y="346415"/>
                    <a:pt x="23403" y="341283"/>
                    <a:pt x="14267" y="332147"/>
                  </a:cubicBezTo>
                  <a:cubicBezTo>
                    <a:pt x="5132" y="323012"/>
                    <a:pt x="0" y="310622"/>
                    <a:pt x="0" y="297703"/>
                  </a:cubicBezTo>
                  <a:lnTo>
                    <a:pt x="0" y="48712"/>
                  </a:lnTo>
                  <a:cubicBezTo>
                    <a:pt x="0" y="35793"/>
                    <a:pt x="5132" y="23403"/>
                    <a:pt x="14267" y="14267"/>
                  </a:cubicBezTo>
                  <a:cubicBezTo>
                    <a:pt x="23403" y="5132"/>
                    <a:pt x="35793" y="0"/>
                    <a:pt x="48712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920895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State&lt;MyHomePage&gt; createState()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flipH="true">
            <a:off x="5191143" y="5331456"/>
            <a:ext cx="6632692" cy="2009636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8" id="58"/>
          <p:cNvSpPr/>
          <p:nvPr/>
        </p:nvSpPr>
        <p:spPr>
          <a:xfrm>
            <a:off x="8579838" y="3517171"/>
            <a:ext cx="772010" cy="186865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9" id="59"/>
          <p:cNvSpPr/>
          <p:nvPr/>
        </p:nvSpPr>
        <p:spPr>
          <a:xfrm flipV="true">
            <a:off x="5837775" y="4844716"/>
            <a:ext cx="5986060" cy="926701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0" id="60"/>
          <p:cNvSpPr txBox="true"/>
          <p:nvPr/>
        </p:nvSpPr>
        <p:spPr>
          <a:xfrm rot="0">
            <a:off x="12543414" y="344212"/>
            <a:ext cx="5383641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7001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CallAnalyzer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966" y="924414"/>
            <a:ext cx="6349782" cy="3076098"/>
            <a:chOff x="0" y="0"/>
            <a:chExt cx="1672371" cy="8101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2371" cy="810166"/>
            </a:xfrm>
            <a:custGeom>
              <a:avLst/>
              <a:gdLst/>
              <a:ahLst/>
              <a:cxnLst/>
              <a:rect r="r" b="b" t="t" l="l"/>
              <a:pathLst>
                <a:path h="810166" w="1672371">
                  <a:moveTo>
                    <a:pt x="0" y="0"/>
                  </a:moveTo>
                  <a:lnTo>
                    <a:pt x="1672371" y="0"/>
                  </a:lnTo>
                  <a:lnTo>
                    <a:pt x="1672371" y="810166"/>
                  </a:lnTo>
                  <a:lnTo>
                    <a:pt x="0" y="810166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672371" cy="800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16282" y="1350748"/>
            <a:ext cx="2675675" cy="1232568"/>
            <a:chOff x="0" y="0"/>
            <a:chExt cx="704705" cy="3246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main.dart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05576" y="1350748"/>
            <a:ext cx="2675675" cy="1232568"/>
            <a:chOff x="0" y="0"/>
            <a:chExt cx="704705" cy="324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app.dart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76364" y="1350748"/>
            <a:ext cx="2675675" cy="1232568"/>
            <a:chOff x="0" y="0"/>
            <a:chExt cx="704705" cy="324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homepage.dart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691958" y="1967032"/>
            <a:ext cx="1513619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>
            <a:off x="13881251" y="1967032"/>
            <a:ext cx="1195113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6857408" y="2900887"/>
            <a:ext cx="1722430" cy="1232568"/>
            <a:chOff x="0" y="0"/>
            <a:chExt cx="453644" cy="3246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3644" cy="324627"/>
            </a:xfrm>
            <a:custGeom>
              <a:avLst/>
              <a:gdLst/>
              <a:ahLst/>
              <a:cxnLst/>
              <a:rect r="r" b="b" t="t" l="l"/>
              <a:pathLst>
                <a:path h="324627" w="453644">
                  <a:moveTo>
                    <a:pt x="98885" y="0"/>
                  </a:moveTo>
                  <a:lnTo>
                    <a:pt x="354759" y="0"/>
                  </a:lnTo>
                  <a:cubicBezTo>
                    <a:pt x="409372" y="0"/>
                    <a:pt x="453644" y="44272"/>
                    <a:pt x="453644" y="98885"/>
                  </a:cubicBezTo>
                  <a:lnTo>
                    <a:pt x="453644" y="225742"/>
                  </a:lnTo>
                  <a:cubicBezTo>
                    <a:pt x="453644" y="280355"/>
                    <a:pt x="409372" y="324627"/>
                    <a:pt x="354759" y="324627"/>
                  </a:cubicBezTo>
                  <a:lnTo>
                    <a:pt x="98885" y="324627"/>
                  </a:lnTo>
                  <a:cubicBezTo>
                    <a:pt x="44272" y="324627"/>
                    <a:pt x="0" y="280355"/>
                    <a:pt x="0" y="225742"/>
                  </a:cubicBezTo>
                  <a:lnTo>
                    <a:pt x="0" y="98885"/>
                  </a:lnTo>
                  <a:cubicBezTo>
                    <a:pt x="0" y="44272"/>
                    <a:pt x="44272" y="0"/>
                    <a:pt x="98885" y="0"/>
                  </a:cubicBezTo>
                  <a:close/>
                </a:path>
              </a:pathLst>
            </a:custGeom>
            <a:solidFill>
              <a:srgbClr val="FFA07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45364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void main()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8062851" y="2583315"/>
            <a:ext cx="291269" cy="317571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369691" y="962036"/>
            <a:ext cx="6264057" cy="303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class MyHomePage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extends StatefulWidge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MyHomePage({super.key, required this.title});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final String title;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@override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State&lt;MyHomePage&gt; createState() =&gt; _MyHomePageState();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3966" y="486197"/>
            <a:ext cx="2800181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homepage.dart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21335" y="3012835"/>
            <a:ext cx="2440266" cy="1315293"/>
            <a:chOff x="0" y="0"/>
            <a:chExt cx="642704" cy="3464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2704" cy="346415"/>
            </a:xfrm>
            <a:custGeom>
              <a:avLst/>
              <a:gdLst/>
              <a:ahLst/>
              <a:cxnLst/>
              <a:rect r="r" b="b" t="t" l="l"/>
              <a:pathLst>
                <a:path h="346415" w="642704">
                  <a:moveTo>
                    <a:pt x="69797" y="0"/>
                  </a:moveTo>
                  <a:lnTo>
                    <a:pt x="572907" y="0"/>
                  </a:lnTo>
                  <a:cubicBezTo>
                    <a:pt x="591418" y="0"/>
                    <a:pt x="609171" y="7354"/>
                    <a:pt x="622261" y="20443"/>
                  </a:cubicBezTo>
                  <a:cubicBezTo>
                    <a:pt x="635350" y="33532"/>
                    <a:pt x="642704" y="51285"/>
                    <a:pt x="642704" y="69797"/>
                  </a:cubicBezTo>
                  <a:lnTo>
                    <a:pt x="642704" y="276618"/>
                  </a:lnTo>
                  <a:cubicBezTo>
                    <a:pt x="642704" y="295129"/>
                    <a:pt x="635350" y="312882"/>
                    <a:pt x="622261" y="325972"/>
                  </a:cubicBezTo>
                  <a:cubicBezTo>
                    <a:pt x="609171" y="339061"/>
                    <a:pt x="591418" y="346415"/>
                    <a:pt x="572907" y="346415"/>
                  </a:cubicBezTo>
                  <a:lnTo>
                    <a:pt x="69797" y="346415"/>
                  </a:lnTo>
                  <a:cubicBezTo>
                    <a:pt x="51285" y="346415"/>
                    <a:pt x="33532" y="339061"/>
                    <a:pt x="20443" y="325972"/>
                  </a:cubicBezTo>
                  <a:cubicBezTo>
                    <a:pt x="7354" y="312882"/>
                    <a:pt x="0" y="295129"/>
                    <a:pt x="0" y="276618"/>
                  </a:cubicBezTo>
                  <a:lnTo>
                    <a:pt x="0" y="69797"/>
                  </a:lnTo>
                  <a:cubicBezTo>
                    <a:pt x="0" y="51285"/>
                    <a:pt x="7354" y="33532"/>
                    <a:pt x="20443" y="20443"/>
                  </a:cubicBezTo>
                  <a:cubicBezTo>
                    <a:pt x="33532" y="7354"/>
                    <a:pt x="51285" y="0"/>
                    <a:pt x="69797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642704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MyApp extends StatelessWidget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H="true">
            <a:off x="11631524" y="2583315"/>
            <a:ext cx="911889" cy="445116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489392" y="4328129"/>
            <a:ext cx="5189508" cy="1232568"/>
            <a:chOff x="0" y="0"/>
            <a:chExt cx="1366784" cy="3246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66784" cy="324627"/>
            </a:xfrm>
            <a:custGeom>
              <a:avLst/>
              <a:gdLst/>
              <a:ahLst/>
              <a:cxnLst/>
              <a:rect r="r" b="b" t="t" l="l"/>
              <a:pathLst>
                <a:path h="324627" w="1366784">
                  <a:moveTo>
                    <a:pt x="32820" y="0"/>
                  </a:moveTo>
                  <a:lnTo>
                    <a:pt x="1333964" y="0"/>
                  </a:lnTo>
                  <a:cubicBezTo>
                    <a:pt x="1352090" y="0"/>
                    <a:pt x="1366784" y="14694"/>
                    <a:pt x="1366784" y="32820"/>
                  </a:cubicBezTo>
                  <a:lnTo>
                    <a:pt x="1366784" y="291806"/>
                  </a:lnTo>
                  <a:cubicBezTo>
                    <a:pt x="1366784" y="300511"/>
                    <a:pt x="1363326" y="308859"/>
                    <a:pt x="1357171" y="315014"/>
                  </a:cubicBezTo>
                  <a:cubicBezTo>
                    <a:pt x="1351016" y="321169"/>
                    <a:pt x="1342668" y="324627"/>
                    <a:pt x="1333964" y="324627"/>
                  </a:cubicBezTo>
                  <a:lnTo>
                    <a:pt x="32820" y="324627"/>
                  </a:lnTo>
                  <a:cubicBezTo>
                    <a:pt x="14694" y="324627"/>
                    <a:pt x="0" y="309933"/>
                    <a:pt x="0" y="291806"/>
                  </a:cubicBezTo>
                  <a:lnTo>
                    <a:pt x="0" y="32820"/>
                  </a:lnTo>
                  <a:cubicBezTo>
                    <a:pt x="0" y="14694"/>
                    <a:pt x="14694" y="0"/>
                    <a:pt x="32820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136678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flipH="true">
            <a:off x="5624361" y="4227527"/>
            <a:ext cx="3727487" cy="169142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11874204" y="4259715"/>
            <a:ext cx="2307846" cy="1677277"/>
            <a:chOff x="0" y="0"/>
            <a:chExt cx="607828" cy="441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7828" cy="441752"/>
            </a:xfrm>
            <a:custGeom>
              <a:avLst/>
              <a:gdLst/>
              <a:ahLst/>
              <a:cxnLst/>
              <a:rect r="r" b="b" t="t" l="l"/>
              <a:pathLst>
                <a:path h="441752" w="607828">
                  <a:moveTo>
                    <a:pt x="73801" y="0"/>
                  </a:moveTo>
                  <a:lnTo>
                    <a:pt x="534026" y="0"/>
                  </a:lnTo>
                  <a:cubicBezTo>
                    <a:pt x="553600" y="0"/>
                    <a:pt x="572371" y="7775"/>
                    <a:pt x="586212" y="21616"/>
                  </a:cubicBezTo>
                  <a:cubicBezTo>
                    <a:pt x="600052" y="35456"/>
                    <a:pt x="607828" y="54228"/>
                    <a:pt x="607828" y="73801"/>
                  </a:cubicBezTo>
                  <a:lnTo>
                    <a:pt x="607828" y="367950"/>
                  </a:lnTo>
                  <a:cubicBezTo>
                    <a:pt x="607828" y="408710"/>
                    <a:pt x="574786" y="441752"/>
                    <a:pt x="534026" y="441752"/>
                  </a:cubicBezTo>
                  <a:lnTo>
                    <a:pt x="73801" y="441752"/>
                  </a:lnTo>
                  <a:cubicBezTo>
                    <a:pt x="33042" y="441752"/>
                    <a:pt x="0" y="408710"/>
                    <a:pt x="0" y="367950"/>
                  </a:cubicBezTo>
                  <a:lnTo>
                    <a:pt x="0" y="73801"/>
                  </a:lnTo>
                  <a:cubicBezTo>
                    <a:pt x="0" y="33042"/>
                    <a:pt x="33042" y="0"/>
                    <a:pt x="73801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607828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MyHomePage extends StatefulWidget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H="true">
            <a:off x="13028127" y="2583315"/>
            <a:ext cx="3386075" cy="1676399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564700" y="5991928"/>
            <a:ext cx="2675675" cy="1232568"/>
            <a:chOff x="0" y="0"/>
            <a:chExt cx="704705" cy="32462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String title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flipH="true">
            <a:off x="3240375" y="5098353"/>
            <a:ext cx="8633829" cy="1277521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4835176" y="4316495"/>
            <a:ext cx="3284693" cy="1677277"/>
            <a:chOff x="0" y="0"/>
            <a:chExt cx="865104" cy="441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65104" cy="441752"/>
            </a:xfrm>
            <a:custGeom>
              <a:avLst/>
              <a:gdLst/>
              <a:ahLst/>
              <a:cxnLst/>
              <a:rect r="r" b="b" t="t" l="l"/>
              <a:pathLst>
                <a:path h="441752" w="865104">
                  <a:moveTo>
                    <a:pt x="51853" y="0"/>
                  </a:moveTo>
                  <a:lnTo>
                    <a:pt x="813251" y="0"/>
                  </a:lnTo>
                  <a:cubicBezTo>
                    <a:pt x="841889" y="0"/>
                    <a:pt x="865104" y="23216"/>
                    <a:pt x="865104" y="51853"/>
                  </a:cubicBezTo>
                  <a:lnTo>
                    <a:pt x="865104" y="389899"/>
                  </a:lnTo>
                  <a:cubicBezTo>
                    <a:pt x="865104" y="418536"/>
                    <a:pt x="841889" y="441752"/>
                    <a:pt x="813251" y="441752"/>
                  </a:cubicBezTo>
                  <a:lnTo>
                    <a:pt x="51853" y="441752"/>
                  </a:lnTo>
                  <a:cubicBezTo>
                    <a:pt x="23216" y="441752"/>
                    <a:pt x="0" y="418536"/>
                    <a:pt x="0" y="389899"/>
                  </a:cubicBezTo>
                  <a:lnTo>
                    <a:pt x="0" y="51853"/>
                  </a:lnTo>
                  <a:cubicBezTo>
                    <a:pt x="0" y="23216"/>
                    <a:pt x="23216" y="0"/>
                    <a:pt x="51853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865104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_MyHomePageState extends State&lt;MyHomePage&gt;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>
            <a:off x="16414201" y="2583315"/>
            <a:ext cx="1565140" cy="1744813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2" id="42"/>
          <p:cNvGrpSpPr/>
          <p:nvPr/>
        </p:nvGrpSpPr>
        <p:grpSpPr>
          <a:xfrm rot="0">
            <a:off x="13186210" y="8348339"/>
            <a:ext cx="3297932" cy="1232568"/>
            <a:chOff x="0" y="0"/>
            <a:chExt cx="868591" cy="32462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68591" cy="324627"/>
            </a:xfrm>
            <a:custGeom>
              <a:avLst/>
              <a:gdLst/>
              <a:ahLst/>
              <a:cxnLst/>
              <a:rect r="r" b="b" t="t" l="l"/>
              <a:pathLst>
                <a:path h="324627" w="868591">
                  <a:moveTo>
                    <a:pt x="51645" y="0"/>
                  </a:moveTo>
                  <a:lnTo>
                    <a:pt x="816946" y="0"/>
                  </a:lnTo>
                  <a:cubicBezTo>
                    <a:pt x="845469" y="0"/>
                    <a:pt x="868591" y="23122"/>
                    <a:pt x="868591" y="51645"/>
                  </a:cubicBezTo>
                  <a:lnTo>
                    <a:pt x="868591" y="272982"/>
                  </a:lnTo>
                  <a:cubicBezTo>
                    <a:pt x="868591" y="286679"/>
                    <a:pt x="863150" y="299815"/>
                    <a:pt x="853465" y="309500"/>
                  </a:cubicBezTo>
                  <a:cubicBezTo>
                    <a:pt x="843779" y="319186"/>
                    <a:pt x="830643" y="324627"/>
                    <a:pt x="816946" y="324627"/>
                  </a:cubicBezTo>
                  <a:lnTo>
                    <a:pt x="51645" y="324627"/>
                  </a:lnTo>
                  <a:cubicBezTo>
                    <a:pt x="23122" y="324627"/>
                    <a:pt x="0" y="301505"/>
                    <a:pt x="0" y="272982"/>
                  </a:cubicBezTo>
                  <a:lnTo>
                    <a:pt x="0" y="51645"/>
                  </a:lnTo>
                  <a:cubicBezTo>
                    <a:pt x="0" y="23122"/>
                    <a:pt x="23122" y="0"/>
                    <a:pt x="51645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868591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_incrementCounter() 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444193" y="6867921"/>
            <a:ext cx="2675675" cy="1232568"/>
            <a:chOff x="0" y="0"/>
            <a:chExt cx="704705" cy="32462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int _counter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 flipH="true">
            <a:off x="14835176" y="5993772"/>
            <a:ext cx="675862" cy="2354568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9" id="49"/>
          <p:cNvSpPr/>
          <p:nvPr/>
        </p:nvSpPr>
        <p:spPr>
          <a:xfrm>
            <a:off x="16477522" y="5993772"/>
            <a:ext cx="304509" cy="874149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0" id="50"/>
          <p:cNvGrpSpPr/>
          <p:nvPr/>
        </p:nvGrpSpPr>
        <p:grpSpPr>
          <a:xfrm rot="0">
            <a:off x="7016282" y="8642016"/>
            <a:ext cx="5189508" cy="1232568"/>
            <a:chOff x="0" y="0"/>
            <a:chExt cx="1366784" cy="32462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66784" cy="324627"/>
            </a:xfrm>
            <a:custGeom>
              <a:avLst/>
              <a:gdLst/>
              <a:ahLst/>
              <a:cxnLst/>
              <a:rect r="r" b="b" t="t" l="l"/>
              <a:pathLst>
                <a:path h="324627" w="1366784">
                  <a:moveTo>
                    <a:pt x="32820" y="0"/>
                  </a:moveTo>
                  <a:lnTo>
                    <a:pt x="1333964" y="0"/>
                  </a:lnTo>
                  <a:cubicBezTo>
                    <a:pt x="1352090" y="0"/>
                    <a:pt x="1366784" y="14694"/>
                    <a:pt x="1366784" y="32820"/>
                  </a:cubicBezTo>
                  <a:lnTo>
                    <a:pt x="1366784" y="291806"/>
                  </a:lnTo>
                  <a:cubicBezTo>
                    <a:pt x="1366784" y="300511"/>
                    <a:pt x="1363326" y="308859"/>
                    <a:pt x="1357171" y="315014"/>
                  </a:cubicBezTo>
                  <a:cubicBezTo>
                    <a:pt x="1351016" y="321169"/>
                    <a:pt x="1342668" y="324627"/>
                    <a:pt x="1333964" y="324627"/>
                  </a:cubicBezTo>
                  <a:lnTo>
                    <a:pt x="32820" y="324627"/>
                  </a:lnTo>
                  <a:cubicBezTo>
                    <a:pt x="14694" y="324627"/>
                    <a:pt x="0" y="309933"/>
                    <a:pt x="0" y="291806"/>
                  </a:cubicBezTo>
                  <a:lnTo>
                    <a:pt x="0" y="32820"/>
                  </a:lnTo>
                  <a:cubicBezTo>
                    <a:pt x="0" y="14694"/>
                    <a:pt x="14694" y="0"/>
                    <a:pt x="32820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136678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flipH="true">
            <a:off x="11874204" y="5991928"/>
            <a:ext cx="3142603" cy="2650088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4" id="54"/>
          <p:cNvGrpSpPr/>
          <p:nvPr/>
        </p:nvGrpSpPr>
        <p:grpSpPr>
          <a:xfrm rot="0">
            <a:off x="4778158" y="7033046"/>
            <a:ext cx="3496525" cy="1315293"/>
            <a:chOff x="0" y="0"/>
            <a:chExt cx="920895" cy="34641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20895" cy="346415"/>
            </a:xfrm>
            <a:custGeom>
              <a:avLst/>
              <a:gdLst/>
              <a:ahLst/>
              <a:cxnLst/>
              <a:rect r="r" b="b" t="t" l="l"/>
              <a:pathLst>
                <a:path h="346415" w="920895">
                  <a:moveTo>
                    <a:pt x="48712" y="0"/>
                  </a:moveTo>
                  <a:lnTo>
                    <a:pt x="872184" y="0"/>
                  </a:lnTo>
                  <a:cubicBezTo>
                    <a:pt x="885103" y="0"/>
                    <a:pt x="897493" y="5132"/>
                    <a:pt x="906628" y="14267"/>
                  </a:cubicBezTo>
                  <a:cubicBezTo>
                    <a:pt x="915763" y="23403"/>
                    <a:pt x="920895" y="35793"/>
                    <a:pt x="920895" y="48712"/>
                  </a:cubicBezTo>
                  <a:lnTo>
                    <a:pt x="920895" y="297703"/>
                  </a:lnTo>
                  <a:cubicBezTo>
                    <a:pt x="920895" y="324606"/>
                    <a:pt x="899086" y="346415"/>
                    <a:pt x="872184" y="346415"/>
                  </a:cubicBezTo>
                  <a:lnTo>
                    <a:pt x="48712" y="346415"/>
                  </a:lnTo>
                  <a:cubicBezTo>
                    <a:pt x="35793" y="346415"/>
                    <a:pt x="23403" y="341283"/>
                    <a:pt x="14267" y="332147"/>
                  </a:cubicBezTo>
                  <a:cubicBezTo>
                    <a:pt x="5132" y="323012"/>
                    <a:pt x="0" y="310622"/>
                    <a:pt x="0" y="297703"/>
                  </a:cubicBezTo>
                  <a:lnTo>
                    <a:pt x="0" y="48712"/>
                  </a:lnTo>
                  <a:cubicBezTo>
                    <a:pt x="0" y="35793"/>
                    <a:pt x="5132" y="23403"/>
                    <a:pt x="14267" y="14267"/>
                  </a:cubicBezTo>
                  <a:cubicBezTo>
                    <a:pt x="23403" y="5132"/>
                    <a:pt x="35793" y="0"/>
                    <a:pt x="48712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920895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State&lt;MyHomePage&gt; createState()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flipH="true">
            <a:off x="8264709" y="5098353"/>
            <a:ext cx="3609494" cy="2080180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8" id="58"/>
          <p:cNvSpPr/>
          <p:nvPr/>
        </p:nvSpPr>
        <p:spPr>
          <a:xfrm>
            <a:off x="8579838" y="3517171"/>
            <a:ext cx="772010" cy="186865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9" id="59"/>
          <p:cNvSpPr/>
          <p:nvPr/>
        </p:nvSpPr>
        <p:spPr>
          <a:xfrm flipV="true">
            <a:off x="5678900" y="4621730"/>
            <a:ext cx="6195303" cy="322682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0" id="60"/>
          <p:cNvSpPr/>
          <p:nvPr/>
        </p:nvSpPr>
        <p:spPr>
          <a:xfrm flipV="true">
            <a:off x="8274683" y="5907725"/>
            <a:ext cx="6654128" cy="1782968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1" id="61"/>
          <p:cNvSpPr txBox="true"/>
          <p:nvPr/>
        </p:nvSpPr>
        <p:spPr>
          <a:xfrm rot="0">
            <a:off x="12543414" y="344212"/>
            <a:ext cx="5383641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7001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CallAnalyzer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966" y="924414"/>
            <a:ext cx="6349782" cy="2742723"/>
            <a:chOff x="0" y="0"/>
            <a:chExt cx="1672371" cy="7223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2371" cy="722363"/>
            </a:xfrm>
            <a:custGeom>
              <a:avLst/>
              <a:gdLst/>
              <a:ahLst/>
              <a:cxnLst/>
              <a:rect r="r" b="b" t="t" l="l"/>
              <a:pathLst>
                <a:path h="722363" w="1672371">
                  <a:moveTo>
                    <a:pt x="0" y="0"/>
                  </a:moveTo>
                  <a:lnTo>
                    <a:pt x="1672371" y="0"/>
                  </a:lnTo>
                  <a:lnTo>
                    <a:pt x="1672371" y="722363"/>
                  </a:lnTo>
                  <a:lnTo>
                    <a:pt x="0" y="722363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672371" cy="712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16282" y="1350748"/>
            <a:ext cx="2675675" cy="1232568"/>
            <a:chOff x="0" y="0"/>
            <a:chExt cx="704705" cy="3246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main.dart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05576" y="1350748"/>
            <a:ext cx="2675675" cy="1232568"/>
            <a:chOff x="0" y="0"/>
            <a:chExt cx="704705" cy="324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app.dart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76364" y="1350748"/>
            <a:ext cx="2675675" cy="1232568"/>
            <a:chOff x="0" y="0"/>
            <a:chExt cx="704705" cy="324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homepage.dart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691958" y="1967032"/>
            <a:ext cx="1513619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>
            <a:off x="13881251" y="1967032"/>
            <a:ext cx="1195113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6857408" y="2900887"/>
            <a:ext cx="1722430" cy="1232568"/>
            <a:chOff x="0" y="0"/>
            <a:chExt cx="453644" cy="3246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3644" cy="324627"/>
            </a:xfrm>
            <a:custGeom>
              <a:avLst/>
              <a:gdLst/>
              <a:ahLst/>
              <a:cxnLst/>
              <a:rect r="r" b="b" t="t" l="l"/>
              <a:pathLst>
                <a:path h="324627" w="453644">
                  <a:moveTo>
                    <a:pt x="98885" y="0"/>
                  </a:moveTo>
                  <a:lnTo>
                    <a:pt x="354759" y="0"/>
                  </a:lnTo>
                  <a:cubicBezTo>
                    <a:pt x="409372" y="0"/>
                    <a:pt x="453644" y="44272"/>
                    <a:pt x="453644" y="98885"/>
                  </a:cubicBezTo>
                  <a:lnTo>
                    <a:pt x="453644" y="225742"/>
                  </a:lnTo>
                  <a:cubicBezTo>
                    <a:pt x="453644" y="280355"/>
                    <a:pt x="409372" y="324627"/>
                    <a:pt x="354759" y="324627"/>
                  </a:cubicBezTo>
                  <a:lnTo>
                    <a:pt x="98885" y="324627"/>
                  </a:lnTo>
                  <a:cubicBezTo>
                    <a:pt x="44272" y="324627"/>
                    <a:pt x="0" y="280355"/>
                    <a:pt x="0" y="225742"/>
                  </a:cubicBezTo>
                  <a:lnTo>
                    <a:pt x="0" y="98885"/>
                  </a:lnTo>
                  <a:cubicBezTo>
                    <a:pt x="0" y="44272"/>
                    <a:pt x="44272" y="0"/>
                    <a:pt x="98885" y="0"/>
                  </a:cubicBezTo>
                  <a:close/>
                </a:path>
              </a:pathLst>
            </a:custGeom>
            <a:solidFill>
              <a:srgbClr val="FFA07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45364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void main()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8062851" y="2583315"/>
            <a:ext cx="291269" cy="317571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369691" y="962036"/>
            <a:ext cx="6264057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class _MyHomePageState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extends State&lt;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MyHomePage&gt;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int _counter = 0;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_incrementCounter()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setState(()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_counter++;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});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3966" y="486197"/>
            <a:ext cx="2800181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homepage.dart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21335" y="3012835"/>
            <a:ext cx="2440266" cy="1315293"/>
            <a:chOff x="0" y="0"/>
            <a:chExt cx="642704" cy="3464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2704" cy="346415"/>
            </a:xfrm>
            <a:custGeom>
              <a:avLst/>
              <a:gdLst/>
              <a:ahLst/>
              <a:cxnLst/>
              <a:rect r="r" b="b" t="t" l="l"/>
              <a:pathLst>
                <a:path h="346415" w="642704">
                  <a:moveTo>
                    <a:pt x="69797" y="0"/>
                  </a:moveTo>
                  <a:lnTo>
                    <a:pt x="572907" y="0"/>
                  </a:lnTo>
                  <a:cubicBezTo>
                    <a:pt x="591418" y="0"/>
                    <a:pt x="609171" y="7354"/>
                    <a:pt x="622261" y="20443"/>
                  </a:cubicBezTo>
                  <a:cubicBezTo>
                    <a:pt x="635350" y="33532"/>
                    <a:pt x="642704" y="51285"/>
                    <a:pt x="642704" y="69797"/>
                  </a:cubicBezTo>
                  <a:lnTo>
                    <a:pt x="642704" y="276618"/>
                  </a:lnTo>
                  <a:cubicBezTo>
                    <a:pt x="642704" y="295129"/>
                    <a:pt x="635350" y="312882"/>
                    <a:pt x="622261" y="325972"/>
                  </a:cubicBezTo>
                  <a:cubicBezTo>
                    <a:pt x="609171" y="339061"/>
                    <a:pt x="591418" y="346415"/>
                    <a:pt x="572907" y="346415"/>
                  </a:cubicBezTo>
                  <a:lnTo>
                    <a:pt x="69797" y="346415"/>
                  </a:lnTo>
                  <a:cubicBezTo>
                    <a:pt x="51285" y="346415"/>
                    <a:pt x="33532" y="339061"/>
                    <a:pt x="20443" y="325972"/>
                  </a:cubicBezTo>
                  <a:cubicBezTo>
                    <a:pt x="7354" y="312882"/>
                    <a:pt x="0" y="295129"/>
                    <a:pt x="0" y="276618"/>
                  </a:cubicBezTo>
                  <a:lnTo>
                    <a:pt x="0" y="69797"/>
                  </a:lnTo>
                  <a:cubicBezTo>
                    <a:pt x="0" y="51285"/>
                    <a:pt x="7354" y="33532"/>
                    <a:pt x="20443" y="20443"/>
                  </a:cubicBezTo>
                  <a:cubicBezTo>
                    <a:pt x="33532" y="7354"/>
                    <a:pt x="51285" y="0"/>
                    <a:pt x="69797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642704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MyApp extends StatelessWidget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H="true">
            <a:off x="11631524" y="2583315"/>
            <a:ext cx="911889" cy="445116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489392" y="4328129"/>
            <a:ext cx="5189508" cy="1232568"/>
            <a:chOff x="0" y="0"/>
            <a:chExt cx="1366784" cy="3246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66784" cy="324627"/>
            </a:xfrm>
            <a:custGeom>
              <a:avLst/>
              <a:gdLst/>
              <a:ahLst/>
              <a:cxnLst/>
              <a:rect r="r" b="b" t="t" l="l"/>
              <a:pathLst>
                <a:path h="324627" w="1366784">
                  <a:moveTo>
                    <a:pt x="32820" y="0"/>
                  </a:moveTo>
                  <a:lnTo>
                    <a:pt x="1333964" y="0"/>
                  </a:lnTo>
                  <a:cubicBezTo>
                    <a:pt x="1352090" y="0"/>
                    <a:pt x="1366784" y="14694"/>
                    <a:pt x="1366784" y="32820"/>
                  </a:cubicBezTo>
                  <a:lnTo>
                    <a:pt x="1366784" y="291806"/>
                  </a:lnTo>
                  <a:cubicBezTo>
                    <a:pt x="1366784" y="300511"/>
                    <a:pt x="1363326" y="308859"/>
                    <a:pt x="1357171" y="315014"/>
                  </a:cubicBezTo>
                  <a:cubicBezTo>
                    <a:pt x="1351016" y="321169"/>
                    <a:pt x="1342668" y="324627"/>
                    <a:pt x="1333964" y="324627"/>
                  </a:cubicBezTo>
                  <a:lnTo>
                    <a:pt x="32820" y="324627"/>
                  </a:lnTo>
                  <a:cubicBezTo>
                    <a:pt x="14694" y="324627"/>
                    <a:pt x="0" y="309933"/>
                    <a:pt x="0" y="291806"/>
                  </a:cubicBezTo>
                  <a:lnTo>
                    <a:pt x="0" y="32820"/>
                  </a:lnTo>
                  <a:cubicBezTo>
                    <a:pt x="0" y="14694"/>
                    <a:pt x="14694" y="0"/>
                    <a:pt x="32820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136678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flipH="true">
            <a:off x="5624361" y="4227527"/>
            <a:ext cx="3727487" cy="169142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11874204" y="4259715"/>
            <a:ext cx="2307846" cy="1677277"/>
            <a:chOff x="0" y="0"/>
            <a:chExt cx="607828" cy="441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7828" cy="441752"/>
            </a:xfrm>
            <a:custGeom>
              <a:avLst/>
              <a:gdLst/>
              <a:ahLst/>
              <a:cxnLst/>
              <a:rect r="r" b="b" t="t" l="l"/>
              <a:pathLst>
                <a:path h="441752" w="607828">
                  <a:moveTo>
                    <a:pt x="73801" y="0"/>
                  </a:moveTo>
                  <a:lnTo>
                    <a:pt x="534026" y="0"/>
                  </a:lnTo>
                  <a:cubicBezTo>
                    <a:pt x="553600" y="0"/>
                    <a:pt x="572371" y="7775"/>
                    <a:pt x="586212" y="21616"/>
                  </a:cubicBezTo>
                  <a:cubicBezTo>
                    <a:pt x="600052" y="35456"/>
                    <a:pt x="607828" y="54228"/>
                    <a:pt x="607828" y="73801"/>
                  </a:cubicBezTo>
                  <a:lnTo>
                    <a:pt x="607828" y="367950"/>
                  </a:lnTo>
                  <a:cubicBezTo>
                    <a:pt x="607828" y="408710"/>
                    <a:pt x="574786" y="441752"/>
                    <a:pt x="534026" y="441752"/>
                  </a:cubicBezTo>
                  <a:lnTo>
                    <a:pt x="73801" y="441752"/>
                  </a:lnTo>
                  <a:cubicBezTo>
                    <a:pt x="33042" y="441752"/>
                    <a:pt x="0" y="408710"/>
                    <a:pt x="0" y="367950"/>
                  </a:cubicBezTo>
                  <a:lnTo>
                    <a:pt x="0" y="73801"/>
                  </a:lnTo>
                  <a:cubicBezTo>
                    <a:pt x="0" y="33042"/>
                    <a:pt x="33042" y="0"/>
                    <a:pt x="73801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607828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MyHomePage extends StatefulWidget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H="true">
            <a:off x="13028127" y="2583315"/>
            <a:ext cx="3386075" cy="1676399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564700" y="5991928"/>
            <a:ext cx="2675675" cy="1232568"/>
            <a:chOff x="0" y="0"/>
            <a:chExt cx="704705" cy="32462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String title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flipH="true">
            <a:off x="3240375" y="5098353"/>
            <a:ext cx="8633829" cy="1277521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4835176" y="4316495"/>
            <a:ext cx="3284693" cy="1677277"/>
            <a:chOff x="0" y="0"/>
            <a:chExt cx="865104" cy="441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65104" cy="441752"/>
            </a:xfrm>
            <a:custGeom>
              <a:avLst/>
              <a:gdLst/>
              <a:ahLst/>
              <a:cxnLst/>
              <a:rect r="r" b="b" t="t" l="l"/>
              <a:pathLst>
                <a:path h="441752" w="865104">
                  <a:moveTo>
                    <a:pt x="51853" y="0"/>
                  </a:moveTo>
                  <a:lnTo>
                    <a:pt x="813251" y="0"/>
                  </a:lnTo>
                  <a:cubicBezTo>
                    <a:pt x="841889" y="0"/>
                    <a:pt x="865104" y="23216"/>
                    <a:pt x="865104" y="51853"/>
                  </a:cubicBezTo>
                  <a:lnTo>
                    <a:pt x="865104" y="389899"/>
                  </a:lnTo>
                  <a:cubicBezTo>
                    <a:pt x="865104" y="418536"/>
                    <a:pt x="841889" y="441752"/>
                    <a:pt x="813251" y="441752"/>
                  </a:cubicBezTo>
                  <a:lnTo>
                    <a:pt x="51853" y="441752"/>
                  </a:lnTo>
                  <a:cubicBezTo>
                    <a:pt x="23216" y="441752"/>
                    <a:pt x="0" y="418536"/>
                    <a:pt x="0" y="389899"/>
                  </a:cubicBezTo>
                  <a:lnTo>
                    <a:pt x="0" y="51853"/>
                  </a:lnTo>
                  <a:cubicBezTo>
                    <a:pt x="0" y="23216"/>
                    <a:pt x="23216" y="0"/>
                    <a:pt x="51853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865104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_MyHomePageState extends State&lt;MyHomePage&gt;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>
            <a:off x="16414201" y="2583315"/>
            <a:ext cx="1565140" cy="1744813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2" id="42"/>
          <p:cNvGrpSpPr/>
          <p:nvPr/>
        </p:nvGrpSpPr>
        <p:grpSpPr>
          <a:xfrm rot="0">
            <a:off x="14990068" y="8755198"/>
            <a:ext cx="3297932" cy="1232568"/>
            <a:chOff x="0" y="0"/>
            <a:chExt cx="868591" cy="32462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68591" cy="324627"/>
            </a:xfrm>
            <a:custGeom>
              <a:avLst/>
              <a:gdLst/>
              <a:ahLst/>
              <a:cxnLst/>
              <a:rect r="r" b="b" t="t" l="l"/>
              <a:pathLst>
                <a:path h="324627" w="868591">
                  <a:moveTo>
                    <a:pt x="51645" y="0"/>
                  </a:moveTo>
                  <a:lnTo>
                    <a:pt x="816946" y="0"/>
                  </a:lnTo>
                  <a:cubicBezTo>
                    <a:pt x="845469" y="0"/>
                    <a:pt x="868591" y="23122"/>
                    <a:pt x="868591" y="51645"/>
                  </a:cubicBezTo>
                  <a:lnTo>
                    <a:pt x="868591" y="272982"/>
                  </a:lnTo>
                  <a:cubicBezTo>
                    <a:pt x="868591" y="286679"/>
                    <a:pt x="863150" y="299815"/>
                    <a:pt x="853465" y="309500"/>
                  </a:cubicBezTo>
                  <a:cubicBezTo>
                    <a:pt x="843779" y="319186"/>
                    <a:pt x="830643" y="324627"/>
                    <a:pt x="816946" y="324627"/>
                  </a:cubicBezTo>
                  <a:lnTo>
                    <a:pt x="51645" y="324627"/>
                  </a:lnTo>
                  <a:cubicBezTo>
                    <a:pt x="23122" y="324627"/>
                    <a:pt x="0" y="301505"/>
                    <a:pt x="0" y="272982"/>
                  </a:cubicBezTo>
                  <a:lnTo>
                    <a:pt x="0" y="51645"/>
                  </a:lnTo>
                  <a:cubicBezTo>
                    <a:pt x="0" y="23122"/>
                    <a:pt x="23122" y="0"/>
                    <a:pt x="51645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868591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_incrementCounter() 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801847" y="7074409"/>
            <a:ext cx="2675675" cy="1232568"/>
            <a:chOff x="0" y="0"/>
            <a:chExt cx="704705" cy="32462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int _counter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 flipH="true">
            <a:off x="16639034" y="5993772"/>
            <a:ext cx="725536" cy="2761427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9" id="49"/>
          <p:cNvSpPr/>
          <p:nvPr/>
        </p:nvSpPr>
        <p:spPr>
          <a:xfrm flipH="true">
            <a:off x="15139685" y="5993772"/>
            <a:ext cx="1337838" cy="1080637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0" id="50"/>
          <p:cNvGrpSpPr/>
          <p:nvPr/>
        </p:nvGrpSpPr>
        <p:grpSpPr>
          <a:xfrm rot="0">
            <a:off x="7016282" y="8642016"/>
            <a:ext cx="5189508" cy="1232568"/>
            <a:chOff x="0" y="0"/>
            <a:chExt cx="1366784" cy="32462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66784" cy="324627"/>
            </a:xfrm>
            <a:custGeom>
              <a:avLst/>
              <a:gdLst/>
              <a:ahLst/>
              <a:cxnLst/>
              <a:rect r="r" b="b" t="t" l="l"/>
              <a:pathLst>
                <a:path h="324627" w="1366784">
                  <a:moveTo>
                    <a:pt x="32820" y="0"/>
                  </a:moveTo>
                  <a:lnTo>
                    <a:pt x="1333964" y="0"/>
                  </a:lnTo>
                  <a:cubicBezTo>
                    <a:pt x="1352090" y="0"/>
                    <a:pt x="1366784" y="14694"/>
                    <a:pt x="1366784" y="32820"/>
                  </a:cubicBezTo>
                  <a:lnTo>
                    <a:pt x="1366784" y="291806"/>
                  </a:lnTo>
                  <a:cubicBezTo>
                    <a:pt x="1366784" y="300511"/>
                    <a:pt x="1363326" y="308859"/>
                    <a:pt x="1357171" y="315014"/>
                  </a:cubicBezTo>
                  <a:cubicBezTo>
                    <a:pt x="1351016" y="321169"/>
                    <a:pt x="1342668" y="324627"/>
                    <a:pt x="1333964" y="324627"/>
                  </a:cubicBezTo>
                  <a:lnTo>
                    <a:pt x="32820" y="324627"/>
                  </a:lnTo>
                  <a:cubicBezTo>
                    <a:pt x="14694" y="324627"/>
                    <a:pt x="0" y="309933"/>
                    <a:pt x="0" y="291806"/>
                  </a:cubicBezTo>
                  <a:lnTo>
                    <a:pt x="0" y="32820"/>
                  </a:lnTo>
                  <a:cubicBezTo>
                    <a:pt x="0" y="14694"/>
                    <a:pt x="14694" y="0"/>
                    <a:pt x="32820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136678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flipH="true">
            <a:off x="11874204" y="5991928"/>
            <a:ext cx="3142603" cy="2650088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4" id="54"/>
          <p:cNvGrpSpPr/>
          <p:nvPr/>
        </p:nvGrpSpPr>
        <p:grpSpPr>
          <a:xfrm rot="0">
            <a:off x="4778158" y="7033046"/>
            <a:ext cx="3496525" cy="1315293"/>
            <a:chOff x="0" y="0"/>
            <a:chExt cx="920895" cy="34641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20895" cy="346415"/>
            </a:xfrm>
            <a:custGeom>
              <a:avLst/>
              <a:gdLst/>
              <a:ahLst/>
              <a:cxnLst/>
              <a:rect r="r" b="b" t="t" l="l"/>
              <a:pathLst>
                <a:path h="346415" w="920895">
                  <a:moveTo>
                    <a:pt x="48712" y="0"/>
                  </a:moveTo>
                  <a:lnTo>
                    <a:pt x="872184" y="0"/>
                  </a:lnTo>
                  <a:cubicBezTo>
                    <a:pt x="885103" y="0"/>
                    <a:pt x="897493" y="5132"/>
                    <a:pt x="906628" y="14267"/>
                  </a:cubicBezTo>
                  <a:cubicBezTo>
                    <a:pt x="915763" y="23403"/>
                    <a:pt x="920895" y="35793"/>
                    <a:pt x="920895" y="48712"/>
                  </a:cubicBezTo>
                  <a:lnTo>
                    <a:pt x="920895" y="297703"/>
                  </a:lnTo>
                  <a:cubicBezTo>
                    <a:pt x="920895" y="324606"/>
                    <a:pt x="899086" y="346415"/>
                    <a:pt x="872184" y="346415"/>
                  </a:cubicBezTo>
                  <a:lnTo>
                    <a:pt x="48712" y="346415"/>
                  </a:lnTo>
                  <a:cubicBezTo>
                    <a:pt x="35793" y="346415"/>
                    <a:pt x="23403" y="341283"/>
                    <a:pt x="14267" y="332147"/>
                  </a:cubicBezTo>
                  <a:cubicBezTo>
                    <a:pt x="5132" y="323012"/>
                    <a:pt x="0" y="310622"/>
                    <a:pt x="0" y="297703"/>
                  </a:cubicBezTo>
                  <a:lnTo>
                    <a:pt x="0" y="48712"/>
                  </a:lnTo>
                  <a:cubicBezTo>
                    <a:pt x="0" y="35793"/>
                    <a:pt x="5132" y="23403"/>
                    <a:pt x="14267" y="14267"/>
                  </a:cubicBezTo>
                  <a:cubicBezTo>
                    <a:pt x="23403" y="5132"/>
                    <a:pt x="35793" y="0"/>
                    <a:pt x="48712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920895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State&lt;MyHomePage&gt; createState()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flipH="true">
            <a:off x="8264709" y="5098353"/>
            <a:ext cx="3609494" cy="2080180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8" id="58"/>
          <p:cNvSpPr/>
          <p:nvPr/>
        </p:nvSpPr>
        <p:spPr>
          <a:xfrm>
            <a:off x="8579838" y="3517171"/>
            <a:ext cx="772010" cy="186865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9" id="59"/>
          <p:cNvSpPr/>
          <p:nvPr/>
        </p:nvSpPr>
        <p:spPr>
          <a:xfrm flipV="true">
            <a:off x="5678900" y="4621730"/>
            <a:ext cx="6195303" cy="322682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0" id="60"/>
          <p:cNvSpPr/>
          <p:nvPr/>
        </p:nvSpPr>
        <p:spPr>
          <a:xfrm flipV="true">
            <a:off x="8274683" y="5907725"/>
            <a:ext cx="6654128" cy="1782968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1" id="61"/>
          <p:cNvSpPr txBox="true"/>
          <p:nvPr/>
        </p:nvSpPr>
        <p:spPr>
          <a:xfrm rot="0">
            <a:off x="12543414" y="344212"/>
            <a:ext cx="5383641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7001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CallAnalyzer</a:t>
            </a:r>
          </a:p>
        </p:txBody>
      </p:sp>
      <p:sp>
        <p:nvSpPr>
          <p:cNvPr name="AutoShape 62" id="62"/>
          <p:cNvSpPr/>
          <p:nvPr/>
        </p:nvSpPr>
        <p:spPr>
          <a:xfrm flipH="true" flipV="true">
            <a:off x="15139685" y="8306977"/>
            <a:ext cx="457260" cy="448222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966" y="924414"/>
            <a:ext cx="6349782" cy="3076098"/>
            <a:chOff x="0" y="0"/>
            <a:chExt cx="1672371" cy="8101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2371" cy="810166"/>
            </a:xfrm>
            <a:custGeom>
              <a:avLst/>
              <a:gdLst/>
              <a:ahLst/>
              <a:cxnLst/>
              <a:rect r="r" b="b" t="t" l="l"/>
              <a:pathLst>
                <a:path h="810166" w="1672371">
                  <a:moveTo>
                    <a:pt x="0" y="0"/>
                  </a:moveTo>
                  <a:lnTo>
                    <a:pt x="1672371" y="0"/>
                  </a:lnTo>
                  <a:lnTo>
                    <a:pt x="1672371" y="810166"/>
                  </a:lnTo>
                  <a:lnTo>
                    <a:pt x="0" y="810166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672371" cy="800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16282" y="1350748"/>
            <a:ext cx="2675675" cy="1232568"/>
            <a:chOff x="0" y="0"/>
            <a:chExt cx="704705" cy="3246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main.dart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05576" y="1350748"/>
            <a:ext cx="2675675" cy="1232568"/>
            <a:chOff x="0" y="0"/>
            <a:chExt cx="704705" cy="324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app.dart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76364" y="1350748"/>
            <a:ext cx="2675675" cy="1232568"/>
            <a:chOff x="0" y="0"/>
            <a:chExt cx="704705" cy="324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homepage.dart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691958" y="1967032"/>
            <a:ext cx="1513619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>
            <a:off x="13881251" y="1967032"/>
            <a:ext cx="1195113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6857408" y="2900887"/>
            <a:ext cx="1722430" cy="1232568"/>
            <a:chOff x="0" y="0"/>
            <a:chExt cx="453644" cy="3246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3644" cy="324627"/>
            </a:xfrm>
            <a:custGeom>
              <a:avLst/>
              <a:gdLst/>
              <a:ahLst/>
              <a:cxnLst/>
              <a:rect r="r" b="b" t="t" l="l"/>
              <a:pathLst>
                <a:path h="324627" w="453644">
                  <a:moveTo>
                    <a:pt x="98885" y="0"/>
                  </a:moveTo>
                  <a:lnTo>
                    <a:pt x="354759" y="0"/>
                  </a:lnTo>
                  <a:cubicBezTo>
                    <a:pt x="409372" y="0"/>
                    <a:pt x="453644" y="44272"/>
                    <a:pt x="453644" y="98885"/>
                  </a:cubicBezTo>
                  <a:lnTo>
                    <a:pt x="453644" y="225742"/>
                  </a:lnTo>
                  <a:cubicBezTo>
                    <a:pt x="453644" y="280355"/>
                    <a:pt x="409372" y="324627"/>
                    <a:pt x="354759" y="324627"/>
                  </a:cubicBezTo>
                  <a:lnTo>
                    <a:pt x="98885" y="324627"/>
                  </a:lnTo>
                  <a:cubicBezTo>
                    <a:pt x="44272" y="324627"/>
                    <a:pt x="0" y="280355"/>
                    <a:pt x="0" y="225742"/>
                  </a:cubicBezTo>
                  <a:lnTo>
                    <a:pt x="0" y="98885"/>
                  </a:lnTo>
                  <a:cubicBezTo>
                    <a:pt x="0" y="44272"/>
                    <a:pt x="44272" y="0"/>
                    <a:pt x="98885" y="0"/>
                  </a:cubicBezTo>
                  <a:close/>
                </a:path>
              </a:pathLst>
            </a:custGeom>
            <a:solidFill>
              <a:srgbClr val="FFA07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45364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void main()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8062851" y="2583315"/>
            <a:ext cx="291269" cy="317571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369691" y="962036"/>
            <a:ext cx="6264057" cy="303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@override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Widget build(BuildContext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context) {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return Scaff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old(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appBar: AppBar(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backgroundColor: Theme.of(context).colorScheme.inversePrimary,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title: Text(widget.title),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),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3966" y="486197"/>
            <a:ext cx="2800181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homepage.dart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21335" y="3012835"/>
            <a:ext cx="2440266" cy="1315293"/>
            <a:chOff x="0" y="0"/>
            <a:chExt cx="642704" cy="3464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2704" cy="346415"/>
            </a:xfrm>
            <a:custGeom>
              <a:avLst/>
              <a:gdLst/>
              <a:ahLst/>
              <a:cxnLst/>
              <a:rect r="r" b="b" t="t" l="l"/>
              <a:pathLst>
                <a:path h="346415" w="642704">
                  <a:moveTo>
                    <a:pt x="69797" y="0"/>
                  </a:moveTo>
                  <a:lnTo>
                    <a:pt x="572907" y="0"/>
                  </a:lnTo>
                  <a:cubicBezTo>
                    <a:pt x="591418" y="0"/>
                    <a:pt x="609171" y="7354"/>
                    <a:pt x="622261" y="20443"/>
                  </a:cubicBezTo>
                  <a:cubicBezTo>
                    <a:pt x="635350" y="33532"/>
                    <a:pt x="642704" y="51285"/>
                    <a:pt x="642704" y="69797"/>
                  </a:cubicBezTo>
                  <a:lnTo>
                    <a:pt x="642704" y="276618"/>
                  </a:lnTo>
                  <a:cubicBezTo>
                    <a:pt x="642704" y="295129"/>
                    <a:pt x="635350" y="312882"/>
                    <a:pt x="622261" y="325972"/>
                  </a:cubicBezTo>
                  <a:cubicBezTo>
                    <a:pt x="609171" y="339061"/>
                    <a:pt x="591418" y="346415"/>
                    <a:pt x="572907" y="346415"/>
                  </a:cubicBezTo>
                  <a:lnTo>
                    <a:pt x="69797" y="346415"/>
                  </a:lnTo>
                  <a:cubicBezTo>
                    <a:pt x="51285" y="346415"/>
                    <a:pt x="33532" y="339061"/>
                    <a:pt x="20443" y="325972"/>
                  </a:cubicBezTo>
                  <a:cubicBezTo>
                    <a:pt x="7354" y="312882"/>
                    <a:pt x="0" y="295129"/>
                    <a:pt x="0" y="276618"/>
                  </a:cubicBezTo>
                  <a:lnTo>
                    <a:pt x="0" y="69797"/>
                  </a:lnTo>
                  <a:cubicBezTo>
                    <a:pt x="0" y="51285"/>
                    <a:pt x="7354" y="33532"/>
                    <a:pt x="20443" y="20443"/>
                  </a:cubicBezTo>
                  <a:cubicBezTo>
                    <a:pt x="33532" y="7354"/>
                    <a:pt x="51285" y="0"/>
                    <a:pt x="69797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642704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MyApp extends StatelessWidget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H="true">
            <a:off x="11631524" y="2583315"/>
            <a:ext cx="911889" cy="445116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489392" y="4328129"/>
            <a:ext cx="5189508" cy="1232568"/>
            <a:chOff x="0" y="0"/>
            <a:chExt cx="1366784" cy="3246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66784" cy="324627"/>
            </a:xfrm>
            <a:custGeom>
              <a:avLst/>
              <a:gdLst/>
              <a:ahLst/>
              <a:cxnLst/>
              <a:rect r="r" b="b" t="t" l="l"/>
              <a:pathLst>
                <a:path h="324627" w="1366784">
                  <a:moveTo>
                    <a:pt x="32820" y="0"/>
                  </a:moveTo>
                  <a:lnTo>
                    <a:pt x="1333964" y="0"/>
                  </a:lnTo>
                  <a:cubicBezTo>
                    <a:pt x="1352090" y="0"/>
                    <a:pt x="1366784" y="14694"/>
                    <a:pt x="1366784" y="32820"/>
                  </a:cubicBezTo>
                  <a:lnTo>
                    <a:pt x="1366784" y="291806"/>
                  </a:lnTo>
                  <a:cubicBezTo>
                    <a:pt x="1366784" y="300511"/>
                    <a:pt x="1363326" y="308859"/>
                    <a:pt x="1357171" y="315014"/>
                  </a:cubicBezTo>
                  <a:cubicBezTo>
                    <a:pt x="1351016" y="321169"/>
                    <a:pt x="1342668" y="324627"/>
                    <a:pt x="1333964" y="324627"/>
                  </a:cubicBezTo>
                  <a:lnTo>
                    <a:pt x="32820" y="324627"/>
                  </a:lnTo>
                  <a:cubicBezTo>
                    <a:pt x="14694" y="324627"/>
                    <a:pt x="0" y="309933"/>
                    <a:pt x="0" y="291806"/>
                  </a:cubicBezTo>
                  <a:lnTo>
                    <a:pt x="0" y="32820"/>
                  </a:lnTo>
                  <a:cubicBezTo>
                    <a:pt x="0" y="14694"/>
                    <a:pt x="14694" y="0"/>
                    <a:pt x="32820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136678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flipH="true">
            <a:off x="5624361" y="4227527"/>
            <a:ext cx="3727487" cy="169142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11874204" y="4259715"/>
            <a:ext cx="2307846" cy="1677277"/>
            <a:chOff x="0" y="0"/>
            <a:chExt cx="607828" cy="441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7828" cy="441752"/>
            </a:xfrm>
            <a:custGeom>
              <a:avLst/>
              <a:gdLst/>
              <a:ahLst/>
              <a:cxnLst/>
              <a:rect r="r" b="b" t="t" l="l"/>
              <a:pathLst>
                <a:path h="441752" w="607828">
                  <a:moveTo>
                    <a:pt x="73801" y="0"/>
                  </a:moveTo>
                  <a:lnTo>
                    <a:pt x="534026" y="0"/>
                  </a:lnTo>
                  <a:cubicBezTo>
                    <a:pt x="553600" y="0"/>
                    <a:pt x="572371" y="7775"/>
                    <a:pt x="586212" y="21616"/>
                  </a:cubicBezTo>
                  <a:cubicBezTo>
                    <a:pt x="600052" y="35456"/>
                    <a:pt x="607828" y="54228"/>
                    <a:pt x="607828" y="73801"/>
                  </a:cubicBezTo>
                  <a:lnTo>
                    <a:pt x="607828" y="367950"/>
                  </a:lnTo>
                  <a:cubicBezTo>
                    <a:pt x="607828" y="408710"/>
                    <a:pt x="574786" y="441752"/>
                    <a:pt x="534026" y="441752"/>
                  </a:cubicBezTo>
                  <a:lnTo>
                    <a:pt x="73801" y="441752"/>
                  </a:lnTo>
                  <a:cubicBezTo>
                    <a:pt x="33042" y="441752"/>
                    <a:pt x="0" y="408710"/>
                    <a:pt x="0" y="367950"/>
                  </a:cubicBezTo>
                  <a:lnTo>
                    <a:pt x="0" y="73801"/>
                  </a:lnTo>
                  <a:cubicBezTo>
                    <a:pt x="0" y="33042"/>
                    <a:pt x="33042" y="0"/>
                    <a:pt x="73801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607828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MyHomePage extends StatefulWidget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H="true">
            <a:off x="13028127" y="2583315"/>
            <a:ext cx="3386075" cy="1676399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4331090" y="5770247"/>
            <a:ext cx="2675675" cy="1232568"/>
            <a:chOff x="0" y="0"/>
            <a:chExt cx="704705" cy="32462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String title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flipH="true">
            <a:off x="7006765" y="5098353"/>
            <a:ext cx="4867439" cy="1055840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4835176" y="4316495"/>
            <a:ext cx="3284693" cy="1677277"/>
            <a:chOff x="0" y="0"/>
            <a:chExt cx="865104" cy="441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65104" cy="441752"/>
            </a:xfrm>
            <a:custGeom>
              <a:avLst/>
              <a:gdLst/>
              <a:ahLst/>
              <a:cxnLst/>
              <a:rect r="r" b="b" t="t" l="l"/>
              <a:pathLst>
                <a:path h="441752" w="865104">
                  <a:moveTo>
                    <a:pt x="51853" y="0"/>
                  </a:moveTo>
                  <a:lnTo>
                    <a:pt x="813251" y="0"/>
                  </a:lnTo>
                  <a:cubicBezTo>
                    <a:pt x="841889" y="0"/>
                    <a:pt x="865104" y="23216"/>
                    <a:pt x="865104" y="51853"/>
                  </a:cubicBezTo>
                  <a:lnTo>
                    <a:pt x="865104" y="389899"/>
                  </a:lnTo>
                  <a:cubicBezTo>
                    <a:pt x="865104" y="418536"/>
                    <a:pt x="841889" y="441752"/>
                    <a:pt x="813251" y="441752"/>
                  </a:cubicBezTo>
                  <a:lnTo>
                    <a:pt x="51853" y="441752"/>
                  </a:lnTo>
                  <a:cubicBezTo>
                    <a:pt x="23216" y="441752"/>
                    <a:pt x="0" y="418536"/>
                    <a:pt x="0" y="389899"/>
                  </a:cubicBezTo>
                  <a:lnTo>
                    <a:pt x="0" y="51853"/>
                  </a:lnTo>
                  <a:cubicBezTo>
                    <a:pt x="0" y="23216"/>
                    <a:pt x="23216" y="0"/>
                    <a:pt x="51853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865104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_MyHomePageState extends State&lt;MyHomePage&gt;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>
            <a:off x="16414201" y="2583315"/>
            <a:ext cx="1565140" cy="1744813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2" id="42"/>
          <p:cNvGrpSpPr/>
          <p:nvPr/>
        </p:nvGrpSpPr>
        <p:grpSpPr>
          <a:xfrm rot="0">
            <a:off x="14990068" y="8755198"/>
            <a:ext cx="3297932" cy="1232568"/>
            <a:chOff x="0" y="0"/>
            <a:chExt cx="868591" cy="32462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68591" cy="324627"/>
            </a:xfrm>
            <a:custGeom>
              <a:avLst/>
              <a:gdLst/>
              <a:ahLst/>
              <a:cxnLst/>
              <a:rect r="r" b="b" t="t" l="l"/>
              <a:pathLst>
                <a:path h="324627" w="868591">
                  <a:moveTo>
                    <a:pt x="51645" y="0"/>
                  </a:moveTo>
                  <a:lnTo>
                    <a:pt x="816946" y="0"/>
                  </a:lnTo>
                  <a:cubicBezTo>
                    <a:pt x="845469" y="0"/>
                    <a:pt x="868591" y="23122"/>
                    <a:pt x="868591" y="51645"/>
                  </a:cubicBezTo>
                  <a:lnTo>
                    <a:pt x="868591" y="272982"/>
                  </a:lnTo>
                  <a:cubicBezTo>
                    <a:pt x="868591" y="286679"/>
                    <a:pt x="863150" y="299815"/>
                    <a:pt x="853465" y="309500"/>
                  </a:cubicBezTo>
                  <a:cubicBezTo>
                    <a:pt x="843779" y="319186"/>
                    <a:pt x="830643" y="324627"/>
                    <a:pt x="816946" y="324627"/>
                  </a:cubicBezTo>
                  <a:lnTo>
                    <a:pt x="51645" y="324627"/>
                  </a:lnTo>
                  <a:cubicBezTo>
                    <a:pt x="23122" y="324627"/>
                    <a:pt x="0" y="301505"/>
                    <a:pt x="0" y="272982"/>
                  </a:cubicBezTo>
                  <a:lnTo>
                    <a:pt x="0" y="51645"/>
                  </a:lnTo>
                  <a:cubicBezTo>
                    <a:pt x="0" y="23122"/>
                    <a:pt x="23122" y="0"/>
                    <a:pt x="51645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868591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_incrementCounter() 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801847" y="7074409"/>
            <a:ext cx="2675675" cy="1232568"/>
            <a:chOff x="0" y="0"/>
            <a:chExt cx="704705" cy="32462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int _counter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 flipH="true">
            <a:off x="16639034" y="5993772"/>
            <a:ext cx="725536" cy="2761427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9" id="49"/>
          <p:cNvSpPr/>
          <p:nvPr/>
        </p:nvSpPr>
        <p:spPr>
          <a:xfrm flipH="true">
            <a:off x="15139685" y="5993772"/>
            <a:ext cx="1337838" cy="1080637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0" id="50"/>
          <p:cNvGrpSpPr/>
          <p:nvPr/>
        </p:nvGrpSpPr>
        <p:grpSpPr>
          <a:xfrm rot="0">
            <a:off x="7016282" y="8642016"/>
            <a:ext cx="5189508" cy="1232568"/>
            <a:chOff x="0" y="0"/>
            <a:chExt cx="1366784" cy="32462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66784" cy="324627"/>
            </a:xfrm>
            <a:custGeom>
              <a:avLst/>
              <a:gdLst/>
              <a:ahLst/>
              <a:cxnLst/>
              <a:rect r="r" b="b" t="t" l="l"/>
              <a:pathLst>
                <a:path h="324627" w="1366784">
                  <a:moveTo>
                    <a:pt x="32820" y="0"/>
                  </a:moveTo>
                  <a:lnTo>
                    <a:pt x="1333964" y="0"/>
                  </a:lnTo>
                  <a:cubicBezTo>
                    <a:pt x="1352090" y="0"/>
                    <a:pt x="1366784" y="14694"/>
                    <a:pt x="1366784" y="32820"/>
                  </a:cubicBezTo>
                  <a:lnTo>
                    <a:pt x="1366784" y="291806"/>
                  </a:lnTo>
                  <a:cubicBezTo>
                    <a:pt x="1366784" y="300511"/>
                    <a:pt x="1363326" y="308859"/>
                    <a:pt x="1357171" y="315014"/>
                  </a:cubicBezTo>
                  <a:cubicBezTo>
                    <a:pt x="1351016" y="321169"/>
                    <a:pt x="1342668" y="324627"/>
                    <a:pt x="1333964" y="324627"/>
                  </a:cubicBezTo>
                  <a:lnTo>
                    <a:pt x="32820" y="324627"/>
                  </a:lnTo>
                  <a:cubicBezTo>
                    <a:pt x="14694" y="324627"/>
                    <a:pt x="0" y="309933"/>
                    <a:pt x="0" y="291806"/>
                  </a:cubicBezTo>
                  <a:lnTo>
                    <a:pt x="0" y="32820"/>
                  </a:lnTo>
                  <a:cubicBezTo>
                    <a:pt x="0" y="14694"/>
                    <a:pt x="14694" y="0"/>
                    <a:pt x="32820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136678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flipH="true">
            <a:off x="11874204" y="5991928"/>
            <a:ext cx="3142603" cy="2650088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4" id="54"/>
          <p:cNvGrpSpPr/>
          <p:nvPr/>
        </p:nvGrpSpPr>
        <p:grpSpPr>
          <a:xfrm rot="0">
            <a:off x="2510108" y="7943007"/>
            <a:ext cx="3496525" cy="1315293"/>
            <a:chOff x="0" y="0"/>
            <a:chExt cx="920895" cy="34641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20895" cy="346415"/>
            </a:xfrm>
            <a:custGeom>
              <a:avLst/>
              <a:gdLst/>
              <a:ahLst/>
              <a:cxnLst/>
              <a:rect r="r" b="b" t="t" l="l"/>
              <a:pathLst>
                <a:path h="346415" w="920895">
                  <a:moveTo>
                    <a:pt x="48712" y="0"/>
                  </a:moveTo>
                  <a:lnTo>
                    <a:pt x="872184" y="0"/>
                  </a:lnTo>
                  <a:cubicBezTo>
                    <a:pt x="885103" y="0"/>
                    <a:pt x="897493" y="5132"/>
                    <a:pt x="906628" y="14267"/>
                  </a:cubicBezTo>
                  <a:cubicBezTo>
                    <a:pt x="915763" y="23403"/>
                    <a:pt x="920895" y="35793"/>
                    <a:pt x="920895" y="48712"/>
                  </a:cubicBezTo>
                  <a:lnTo>
                    <a:pt x="920895" y="297703"/>
                  </a:lnTo>
                  <a:cubicBezTo>
                    <a:pt x="920895" y="324606"/>
                    <a:pt x="899086" y="346415"/>
                    <a:pt x="872184" y="346415"/>
                  </a:cubicBezTo>
                  <a:lnTo>
                    <a:pt x="48712" y="346415"/>
                  </a:lnTo>
                  <a:cubicBezTo>
                    <a:pt x="35793" y="346415"/>
                    <a:pt x="23403" y="341283"/>
                    <a:pt x="14267" y="332147"/>
                  </a:cubicBezTo>
                  <a:cubicBezTo>
                    <a:pt x="5132" y="323012"/>
                    <a:pt x="0" y="310622"/>
                    <a:pt x="0" y="297703"/>
                  </a:cubicBezTo>
                  <a:lnTo>
                    <a:pt x="0" y="48712"/>
                  </a:lnTo>
                  <a:cubicBezTo>
                    <a:pt x="0" y="35793"/>
                    <a:pt x="5132" y="23403"/>
                    <a:pt x="14267" y="14267"/>
                  </a:cubicBezTo>
                  <a:cubicBezTo>
                    <a:pt x="23403" y="5132"/>
                    <a:pt x="35793" y="0"/>
                    <a:pt x="48712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920895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State&lt;MyHomePage&gt; createState()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flipH="true">
            <a:off x="5996659" y="5098353"/>
            <a:ext cx="5877545" cy="2990141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8" id="58"/>
          <p:cNvSpPr/>
          <p:nvPr/>
        </p:nvSpPr>
        <p:spPr>
          <a:xfrm>
            <a:off x="8579838" y="3517171"/>
            <a:ext cx="772010" cy="186865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9" id="59"/>
          <p:cNvSpPr/>
          <p:nvPr/>
        </p:nvSpPr>
        <p:spPr>
          <a:xfrm flipV="true">
            <a:off x="5678900" y="4621730"/>
            <a:ext cx="6195303" cy="322682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0" id="60"/>
          <p:cNvSpPr/>
          <p:nvPr/>
        </p:nvSpPr>
        <p:spPr>
          <a:xfrm flipV="true">
            <a:off x="6006632" y="5936991"/>
            <a:ext cx="8894660" cy="2663662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1" id="61"/>
          <p:cNvSpPr txBox="true"/>
          <p:nvPr/>
        </p:nvSpPr>
        <p:spPr>
          <a:xfrm rot="0">
            <a:off x="12543414" y="344212"/>
            <a:ext cx="5383641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7001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CallAnalyzer</a:t>
            </a:r>
          </a:p>
        </p:txBody>
      </p:sp>
      <p:sp>
        <p:nvSpPr>
          <p:cNvPr name="AutoShape 62" id="62"/>
          <p:cNvSpPr/>
          <p:nvPr/>
        </p:nvSpPr>
        <p:spPr>
          <a:xfrm flipH="true" flipV="true">
            <a:off x="15139685" y="8306977"/>
            <a:ext cx="457260" cy="448222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3" id="63"/>
          <p:cNvSpPr/>
          <p:nvPr/>
        </p:nvSpPr>
        <p:spPr>
          <a:xfrm flipH="true" flipV="true">
            <a:off x="6982477" y="6896322"/>
            <a:ext cx="2628560" cy="1745694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966" y="924414"/>
            <a:ext cx="6349782" cy="2474458"/>
            <a:chOff x="0" y="0"/>
            <a:chExt cx="1672371" cy="6517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2371" cy="651709"/>
            </a:xfrm>
            <a:custGeom>
              <a:avLst/>
              <a:gdLst/>
              <a:ahLst/>
              <a:cxnLst/>
              <a:rect r="r" b="b" t="t" l="l"/>
              <a:pathLst>
                <a:path h="651709" w="1672371">
                  <a:moveTo>
                    <a:pt x="0" y="0"/>
                  </a:moveTo>
                  <a:lnTo>
                    <a:pt x="1672371" y="0"/>
                  </a:lnTo>
                  <a:lnTo>
                    <a:pt x="1672371" y="651709"/>
                  </a:lnTo>
                  <a:lnTo>
                    <a:pt x="0" y="651709"/>
                  </a:lnTo>
                  <a:close/>
                </a:path>
              </a:pathLst>
            </a:custGeom>
            <a:solidFill>
              <a:srgbClr val="D76D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672371" cy="642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16282" y="1350748"/>
            <a:ext cx="2675675" cy="1232568"/>
            <a:chOff x="0" y="0"/>
            <a:chExt cx="704705" cy="3246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main.dart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05576" y="1350748"/>
            <a:ext cx="2675675" cy="1232568"/>
            <a:chOff x="0" y="0"/>
            <a:chExt cx="704705" cy="324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app.dart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76364" y="1350748"/>
            <a:ext cx="2675675" cy="1232568"/>
            <a:chOff x="0" y="0"/>
            <a:chExt cx="704705" cy="324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D7E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File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homepage.dart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691958" y="1967032"/>
            <a:ext cx="1513619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>
            <a:off x="13881251" y="1967032"/>
            <a:ext cx="1195113" cy="0"/>
          </a:xfrm>
          <a:prstGeom prst="line">
            <a:avLst/>
          </a:prstGeom>
          <a:ln cap="flat" w="38100">
            <a:solidFill>
              <a:srgbClr val="FF573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6857408" y="2900887"/>
            <a:ext cx="1722430" cy="1232568"/>
            <a:chOff x="0" y="0"/>
            <a:chExt cx="453644" cy="3246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3644" cy="324627"/>
            </a:xfrm>
            <a:custGeom>
              <a:avLst/>
              <a:gdLst/>
              <a:ahLst/>
              <a:cxnLst/>
              <a:rect r="r" b="b" t="t" l="l"/>
              <a:pathLst>
                <a:path h="324627" w="453644">
                  <a:moveTo>
                    <a:pt x="98885" y="0"/>
                  </a:moveTo>
                  <a:lnTo>
                    <a:pt x="354759" y="0"/>
                  </a:lnTo>
                  <a:cubicBezTo>
                    <a:pt x="409372" y="0"/>
                    <a:pt x="453644" y="44272"/>
                    <a:pt x="453644" y="98885"/>
                  </a:cubicBezTo>
                  <a:lnTo>
                    <a:pt x="453644" y="225742"/>
                  </a:lnTo>
                  <a:cubicBezTo>
                    <a:pt x="453644" y="280355"/>
                    <a:pt x="409372" y="324627"/>
                    <a:pt x="354759" y="324627"/>
                  </a:cubicBezTo>
                  <a:lnTo>
                    <a:pt x="98885" y="324627"/>
                  </a:lnTo>
                  <a:cubicBezTo>
                    <a:pt x="44272" y="324627"/>
                    <a:pt x="0" y="280355"/>
                    <a:pt x="0" y="225742"/>
                  </a:cubicBezTo>
                  <a:lnTo>
                    <a:pt x="0" y="98885"/>
                  </a:lnTo>
                  <a:cubicBezTo>
                    <a:pt x="0" y="44272"/>
                    <a:pt x="44272" y="0"/>
                    <a:pt x="98885" y="0"/>
                  </a:cubicBezTo>
                  <a:close/>
                </a:path>
              </a:pathLst>
            </a:custGeom>
            <a:solidFill>
              <a:srgbClr val="FFA07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45364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void main()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8062851" y="2583315"/>
            <a:ext cx="291269" cy="317571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369691" y="962036"/>
            <a:ext cx="6264057" cy="237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floatingActionButton: FloatingActi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onButton(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onPressed: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_incrementCounter,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to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oltip: 'Increment',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child: const Icon(Icons.add),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), // This trailing comma makes auto-formatting nicer for build methods.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);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3966" y="486197"/>
            <a:ext cx="2800181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6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homepage.dart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21335" y="3012835"/>
            <a:ext cx="2440266" cy="1315293"/>
            <a:chOff x="0" y="0"/>
            <a:chExt cx="642704" cy="3464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2704" cy="346415"/>
            </a:xfrm>
            <a:custGeom>
              <a:avLst/>
              <a:gdLst/>
              <a:ahLst/>
              <a:cxnLst/>
              <a:rect r="r" b="b" t="t" l="l"/>
              <a:pathLst>
                <a:path h="346415" w="642704">
                  <a:moveTo>
                    <a:pt x="69797" y="0"/>
                  </a:moveTo>
                  <a:lnTo>
                    <a:pt x="572907" y="0"/>
                  </a:lnTo>
                  <a:cubicBezTo>
                    <a:pt x="591418" y="0"/>
                    <a:pt x="609171" y="7354"/>
                    <a:pt x="622261" y="20443"/>
                  </a:cubicBezTo>
                  <a:cubicBezTo>
                    <a:pt x="635350" y="33532"/>
                    <a:pt x="642704" y="51285"/>
                    <a:pt x="642704" y="69797"/>
                  </a:cubicBezTo>
                  <a:lnTo>
                    <a:pt x="642704" y="276618"/>
                  </a:lnTo>
                  <a:cubicBezTo>
                    <a:pt x="642704" y="295129"/>
                    <a:pt x="635350" y="312882"/>
                    <a:pt x="622261" y="325972"/>
                  </a:cubicBezTo>
                  <a:cubicBezTo>
                    <a:pt x="609171" y="339061"/>
                    <a:pt x="591418" y="346415"/>
                    <a:pt x="572907" y="346415"/>
                  </a:cubicBezTo>
                  <a:lnTo>
                    <a:pt x="69797" y="346415"/>
                  </a:lnTo>
                  <a:cubicBezTo>
                    <a:pt x="51285" y="346415"/>
                    <a:pt x="33532" y="339061"/>
                    <a:pt x="20443" y="325972"/>
                  </a:cubicBezTo>
                  <a:cubicBezTo>
                    <a:pt x="7354" y="312882"/>
                    <a:pt x="0" y="295129"/>
                    <a:pt x="0" y="276618"/>
                  </a:cubicBezTo>
                  <a:lnTo>
                    <a:pt x="0" y="69797"/>
                  </a:lnTo>
                  <a:cubicBezTo>
                    <a:pt x="0" y="51285"/>
                    <a:pt x="7354" y="33532"/>
                    <a:pt x="20443" y="20443"/>
                  </a:cubicBezTo>
                  <a:cubicBezTo>
                    <a:pt x="33532" y="7354"/>
                    <a:pt x="51285" y="0"/>
                    <a:pt x="69797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642704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MyApp extends StatelessWidget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H="true">
            <a:off x="11631524" y="2583315"/>
            <a:ext cx="911889" cy="445116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489392" y="4328129"/>
            <a:ext cx="5189508" cy="1232568"/>
            <a:chOff x="0" y="0"/>
            <a:chExt cx="1366784" cy="3246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66784" cy="324627"/>
            </a:xfrm>
            <a:custGeom>
              <a:avLst/>
              <a:gdLst/>
              <a:ahLst/>
              <a:cxnLst/>
              <a:rect r="r" b="b" t="t" l="l"/>
              <a:pathLst>
                <a:path h="324627" w="1366784">
                  <a:moveTo>
                    <a:pt x="32820" y="0"/>
                  </a:moveTo>
                  <a:lnTo>
                    <a:pt x="1333964" y="0"/>
                  </a:lnTo>
                  <a:cubicBezTo>
                    <a:pt x="1352090" y="0"/>
                    <a:pt x="1366784" y="14694"/>
                    <a:pt x="1366784" y="32820"/>
                  </a:cubicBezTo>
                  <a:lnTo>
                    <a:pt x="1366784" y="291806"/>
                  </a:lnTo>
                  <a:cubicBezTo>
                    <a:pt x="1366784" y="300511"/>
                    <a:pt x="1363326" y="308859"/>
                    <a:pt x="1357171" y="315014"/>
                  </a:cubicBezTo>
                  <a:cubicBezTo>
                    <a:pt x="1351016" y="321169"/>
                    <a:pt x="1342668" y="324627"/>
                    <a:pt x="1333964" y="324627"/>
                  </a:cubicBezTo>
                  <a:lnTo>
                    <a:pt x="32820" y="324627"/>
                  </a:lnTo>
                  <a:cubicBezTo>
                    <a:pt x="14694" y="324627"/>
                    <a:pt x="0" y="309933"/>
                    <a:pt x="0" y="291806"/>
                  </a:cubicBezTo>
                  <a:lnTo>
                    <a:pt x="0" y="32820"/>
                  </a:lnTo>
                  <a:cubicBezTo>
                    <a:pt x="0" y="14694"/>
                    <a:pt x="14694" y="0"/>
                    <a:pt x="32820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136678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flipH="true">
            <a:off x="5624361" y="4227527"/>
            <a:ext cx="3727487" cy="169142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11874204" y="4259715"/>
            <a:ext cx="2307846" cy="1677277"/>
            <a:chOff x="0" y="0"/>
            <a:chExt cx="607828" cy="441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7828" cy="441752"/>
            </a:xfrm>
            <a:custGeom>
              <a:avLst/>
              <a:gdLst/>
              <a:ahLst/>
              <a:cxnLst/>
              <a:rect r="r" b="b" t="t" l="l"/>
              <a:pathLst>
                <a:path h="441752" w="607828">
                  <a:moveTo>
                    <a:pt x="73801" y="0"/>
                  </a:moveTo>
                  <a:lnTo>
                    <a:pt x="534026" y="0"/>
                  </a:lnTo>
                  <a:cubicBezTo>
                    <a:pt x="553600" y="0"/>
                    <a:pt x="572371" y="7775"/>
                    <a:pt x="586212" y="21616"/>
                  </a:cubicBezTo>
                  <a:cubicBezTo>
                    <a:pt x="600052" y="35456"/>
                    <a:pt x="607828" y="54228"/>
                    <a:pt x="607828" y="73801"/>
                  </a:cubicBezTo>
                  <a:lnTo>
                    <a:pt x="607828" y="367950"/>
                  </a:lnTo>
                  <a:cubicBezTo>
                    <a:pt x="607828" y="408710"/>
                    <a:pt x="574786" y="441752"/>
                    <a:pt x="534026" y="441752"/>
                  </a:cubicBezTo>
                  <a:lnTo>
                    <a:pt x="73801" y="441752"/>
                  </a:lnTo>
                  <a:cubicBezTo>
                    <a:pt x="33042" y="441752"/>
                    <a:pt x="0" y="408710"/>
                    <a:pt x="0" y="367950"/>
                  </a:cubicBezTo>
                  <a:lnTo>
                    <a:pt x="0" y="73801"/>
                  </a:lnTo>
                  <a:cubicBezTo>
                    <a:pt x="0" y="33042"/>
                    <a:pt x="33042" y="0"/>
                    <a:pt x="73801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607828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MyHomePage extends StatefulWidget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H="true">
            <a:off x="13028127" y="2583315"/>
            <a:ext cx="3386075" cy="1676399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4331090" y="5770247"/>
            <a:ext cx="2675675" cy="1232568"/>
            <a:chOff x="0" y="0"/>
            <a:chExt cx="704705" cy="32462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String title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flipH="true">
            <a:off x="7006765" y="5098353"/>
            <a:ext cx="4867439" cy="1055840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4835176" y="4316495"/>
            <a:ext cx="3284693" cy="1677277"/>
            <a:chOff x="0" y="0"/>
            <a:chExt cx="865104" cy="441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65104" cy="441752"/>
            </a:xfrm>
            <a:custGeom>
              <a:avLst/>
              <a:gdLst/>
              <a:ahLst/>
              <a:cxnLst/>
              <a:rect r="r" b="b" t="t" l="l"/>
              <a:pathLst>
                <a:path h="441752" w="865104">
                  <a:moveTo>
                    <a:pt x="51853" y="0"/>
                  </a:moveTo>
                  <a:lnTo>
                    <a:pt x="813251" y="0"/>
                  </a:lnTo>
                  <a:cubicBezTo>
                    <a:pt x="841889" y="0"/>
                    <a:pt x="865104" y="23216"/>
                    <a:pt x="865104" y="51853"/>
                  </a:cubicBezTo>
                  <a:lnTo>
                    <a:pt x="865104" y="389899"/>
                  </a:lnTo>
                  <a:cubicBezTo>
                    <a:pt x="865104" y="418536"/>
                    <a:pt x="841889" y="441752"/>
                    <a:pt x="813251" y="441752"/>
                  </a:cubicBezTo>
                  <a:lnTo>
                    <a:pt x="51853" y="441752"/>
                  </a:lnTo>
                  <a:cubicBezTo>
                    <a:pt x="23216" y="441752"/>
                    <a:pt x="0" y="418536"/>
                    <a:pt x="0" y="389899"/>
                  </a:cubicBezTo>
                  <a:lnTo>
                    <a:pt x="0" y="51853"/>
                  </a:lnTo>
                  <a:cubicBezTo>
                    <a:pt x="0" y="23216"/>
                    <a:pt x="23216" y="0"/>
                    <a:pt x="51853" y="0"/>
                  </a:cubicBezTo>
                  <a:close/>
                </a:path>
              </a:pathLst>
            </a:custGeom>
            <a:solidFill>
              <a:srgbClr val="FBF3C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865104" cy="43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_MyHomePageState extends State&lt;MyHomePage&gt;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>
            <a:off x="16414201" y="2583315"/>
            <a:ext cx="1565140" cy="1744813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2" id="42"/>
          <p:cNvGrpSpPr/>
          <p:nvPr/>
        </p:nvGrpSpPr>
        <p:grpSpPr>
          <a:xfrm rot="0">
            <a:off x="14990068" y="8755198"/>
            <a:ext cx="3297932" cy="1232568"/>
            <a:chOff x="0" y="0"/>
            <a:chExt cx="868591" cy="32462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68591" cy="324627"/>
            </a:xfrm>
            <a:custGeom>
              <a:avLst/>
              <a:gdLst/>
              <a:ahLst/>
              <a:cxnLst/>
              <a:rect r="r" b="b" t="t" l="l"/>
              <a:pathLst>
                <a:path h="324627" w="868591">
                  <a:moveTo>
                    <a:pt x="51645" y="0"/>
                  </a:moveTo>
                  <a:lnTo>
                    <a:pt x="816946" y="0"/>
                  </a:lnTo>
                  <a:cubicBezTo>
                    <a:pt x="845469" y="0"/>
                    <a:pt x="868591" y="23122"/>
                    <a:pt x="868591" y="51645"/>
                  </a:cubicBezTo>
                  <a:lnTo>
                    <a:pt x="868591" y="272982"/>
                  </a:lnTo>
                  <a:cubicBezTo>
                    <a:pt x="868591" y="286679"/>
                    <a:pt x="863150" y="299815"/>
                    <a:pt x="853465" y="309500"/>
                  </a:cubicBezTo>
                  <a:cubicBezTo>
                    <a:pt x="843779" y="319186"/>
                    <a:pt x="830643" y="324627"/>
                    <a:pt x="816946" y="324627"/>
                  </a:cubicBezTo>
                  <a:lnTo>
                    <a:pt x="51645" y="324627"/>
                  </a:lnTo>
                  <a:cubicBezTo>
                    <a:pt x="23122" y="324627"/>
                    <a:pt x="0" y="301505"/>
                    <a:pt x="0" y="272982"/>
                  </a:cubicBezTo>
                  <a:lnTo>
                    <a:pt x="0" y="51645"/>
                  </a:lnTo>
                  <a:cubicBezTo>
                    <a:pt x="0" y="23122"/>
                    <a:pt x="23122" y="0"/>
                    <a:pt x="51645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868591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_incrementCounter() 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801847" y="7074409"/>
            <a:ext cx="2675675" cy="1232568"/>
            <a:chOff x="0" y="0"/>
            <a:chExt cx="704705" cy="32462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4705" cy="324627"/>
            </a:xfrm>
            <a:custGeom>
              <a:avLst/>
              <a:gdLst/>
              <a:ahLst/>
              <a:cxnLst/>
              <a:rect r="r" b="b" t="t" l="l"/>
              <a:pathLst>
                <a:path h="324627" w="704705">
                  <a:moveTo>
                    <a:pt x="63656" y="0"/>
                  </a:moveTo>
                  <a:lnTo>
                    <a:pt x="641049" y="0"/>
                  </a:lnTo>
                  <a:cubicBezTo>
                    <a:pt x="676205" y="0"/>
                    <a:pt x="704705" y="28500"/>
                    <a:pt x="704705" y="63656"/>
                  </a:cubicBezTo>
                  <a:lnTo>
                    <a:pt x="704705" y="260971"/>
                  </a:lnTo>
                  <a:cubicBezTo>
                    <a:pt x="704705" y="277854"/>
                    <a:pt x="697998" y="294045"/>
                    <a:pt x="686060" y="305983"/>
                  </a:cubicBezTo>
                  <a:cubicBezTo>
                    <a:pt x="674122" y="317920"/>
                    <a:pt x="657931" y="324627"/>
                    <a:pt x="641049" y="324627"/>
                  </a:cubicBezTo>
                  <a:lnTo>
                    <a:pt x="63656" y="324627"/>
                  </a:lnTo>
                  <a:cubicBezTo>
                    <a:pt x="46773" y="324627"/>
                    <a:pt x="30582" y="317920"/>
                    <a:pt x="18644" y="305983"/>
                  </a:cubicBezTo>
                  <a:cubicBezTo>
                    <a:pt x="6707" y="294045"/>
                    <a:pt x="0" y="277854"/>
                    <a:pt x="0" y="260971"/>
                  </a:cubicBezTo>
                  <a:lnTo>
                    <a:pt x="0" y="63656"/>
                  </a:lnTo>
                  <a:cubicBezTo>
                    <a:pt x="0" y="46773"/>
                    <a:pt x="6707" y="30582"/>
                    <a:pt x="18644" y="18644"/>
                  </a:cubicBezTo>
                  <a:cubicBezTo>
                    <a:pt x="30582" y="6707"/>
                    <a:pt x="46773" y="0"/>
                    <a:pt x="63656" y="0"/>
                  </a:cubicBezTo>
                  <a:close/>
                </a:path>
              </a:pathLst>
            </a:custGeom>
            <a:solidFill>
              <a:srgbClr val="FF777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9525"/>
              <a:ext cx="704705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ClassAttribute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int _counter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 flipH="true">
            <a:off x="16639034" y="5993772"/>
            <a:ext cx="725536" cy="2761427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9" id="49"/>
          <p:cNvSpPr/>
          <p:nvPr/>
        </p:nvSpPr>
        <p:spPr>
          <a:xfrm flipH="true">
            <a:off x="15139685" y="5993772"/>
            <a:ext cx="1337838" cy="1080637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0" id="50"/>
          <p:cNvGrpSpPr/>
          <p:nvPr/>
        </p:nvGrpSpPr>
        <p:grpSpPr>
          <a:xfrm rot="0">
            <a:off x="7016282" y="8642016"/>
            <a:ext cx="5189508" cy="1232568"/>
            <a:chOff x="0" y="0"/>
            <a:chExt cx="1366784" cy="32462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66784" cy="324627"/>
            </a:xfrm>
            <a:custGeom>
              <a:avLst/>
              <a:gdLst/>
              <a:ahLst/>
              <a:cxnLst/>
              <a:rect r="r" b="b" t="t" l="l"/>
              <a:pathLst>
                <a:path h="324627" w="1366784">
                  <a:moveTo>
                    <a:pt x="32820" y="0"/>
                  </a:moveTo>
                  <a:lnTo>
                    <a:pt x="1333964" y="0"/>
                  </a:lnTo>
                  <a:cubicBezTo>
                    <a:pt x="1352090" y="0"/>
                    <a:pt x="1366784" y="14694"/>
                    <a:pt x="1366784" y="32820"/>
                  </a:cubicBezTo>
                  <a:lnTo>
                    <a:pt x="1366784" y="291806"/>
                  </a:lnTo>
                  <a:cubicBezTo>
                    <a:pt x="1366784" y="300511"/>
                    <a:pt x="1363326" y="308859"/>
                    <a:pt x="1357171" y="315014"/>
                  </a:cubicBezTo>
                  <a:cubicBezTo>
                    <a:pt x="1351016" y="321169"/>
                    <a:pt x="1342668" y="324627"/>
                    <a:pt x="1333964" y="324627"/>
                  </a:cubicBezTo>
                  <a:lnTo>
                    <a:pt x="32820" y="324627"/>
                  </a:lnTo>
                  <a:cubicBezTo>
                    <a:pt x="14694" y="324627"/>
                    <a:pt x="0" y="309933"/>
                    <a:pt x="0" y="291806"/>
                  </a:cubicBezTo>
                  <a:lnTo>
                    <a:pt x="0" y="32820"/>
                  </a:lnTo>
                  <a:cubicBezTo>
                    <a:pt x="0" y="14694"/>
                    <a:pt x="14694" y="0"/>
                    <a:pt x="32820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1366784" cy="315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Widget build(BuildContext context)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flipH="true">
            <a:off x="11874204" y="5991928"/>
            <a:ext cx="3142603" cy="2650088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4" id="54"/>
          <p:cNvGrpSpPr/>
          <p:nvPr/>
        </p:nvGrpSpPr>
        <p:grpSpPr>
          <a:xfrm rot="0">
            <a:off x="2510108" y="7943007"/>
            <a:ext cx="3496525" cy="1315293"/>
            <a:chOff x="0" y="0"/>
            <a:chExt cx="920895" cy="34641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20895" cy="346415"/>
            </a:xfrm>
            <a:custGeom>
              <a:avLst/>
              <a:gdLst/>
              <a:ahLst/>
              <a:cxnLst/>
              <a:rect r="r" b="b" t="t" l="l"/>
              <a:pathLst>
                <a:path h="346415" w="920895">
                  <a:moveTo>
                    <a:pt x="48712" y="0"/>
                  </a:moveTo>
                  <a:lnTo>
                    <a:pt x="872184" y="0"/>
                  </a:lnTo>
                  <a:cubicBezTo>
                    <a:pt x="885103" y="0"/>
                    <a:pt x="897493" y="5132"/>
                    <a:pt x="906628" y="14267"/>
                  </a:cubicBezTo>
                  <a:cubicBezTo>
                    <a:pt x="915763" y="23403"/>
                    <a:pt x="920895" y="35793"/>
                    <a:pt x="920895" y="48712"/>
                  </a:cubicBezTo>
                  <a:lnTo>
                    <a:pt x="920895" y="297703"/>
                  </a:lnTo>
                  <a:cubicBezTo>
                    <a:pt x="920895" y="324606"/>
                    <a:pt x="899086" y="346415"/>
                    <a:pt x="872184" y="346415"/>
                  </a:cubicBezTo>
                  <a:lnTo>
                    <a:pt x="48712" y="346415"/>
                  </a:lnTo>
                  <a:cubicBezTo>
                    <a:pt x="35793" y="346415"/>
                    <a:pt x="23403" y="341283"/>
                    <a:pt x="14267" y="332147"/>
                  </a:cubicBezTo>
                  <a:cubicBezTo>
                    <a:pt x="5132" y="323012"/>
                    <a:pt x="0" y="310622"/>
                    <a:pt x="0" y="297703"/>
                  </a:cubicBezTo>
                  <a:lnTo>
                    <a:pt x="0" y="48712"/>
                  </a:lnTo>
                  <a:cubicBezTo>
                    <a:pt x="0" y="35793"/>
                    <a:pt x="5132" y="23403"/>
                    <a:pt x="14267" y="14267"/>
                  </a:cubicBezTo>
                  <a:cubicBezTo>
                    <a:pt x="23403" y="5132"/>
                    <a:pt x="35793" y="0"/>
                    <a:pt x="48712" y="0"/>
                  </a:cubicBezTo>
                  <a:close/>
                </a:path>
              </a:pathLst>
            </a:custGeom>
            <a:solidFill>
              <a:srgbClr val="FFB347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920895" cy="33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ClassFunction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true" spc="60">
                  <a:solidFill>
                    <a:srgbClr val="000000"/>
                  </a:solidFill>
                  <a:latin typeface="Cerebri Italics"/>
                  <a:ea typeface="Cerebri Italics"/>
                  <a:cs typeface="Cerebri Italics"/>
                  <a:sym typeface="Cerebri Italics"/>
                </a:rPr>
                <a:t> State&lt;MyHomePage&gt; createState()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flipH="true">
            <a:off x="5996659" y="5098353"/>
            <a:ext cx="5877545" cy="2990141"/>
          </a:xfrm>
          <a:prstGeom prst="line">
            <a:avLst/>
          </a:prstGeom>
          <a:ln cap="flat" w="38100">
            <a:solidFill>
              <a:srgbClr val="33FF5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8" id="58"/>
          <p:cNvSpPr/>
          <p:nvPr/>
        </p:nvSpPr>
        <p:spPr>
          <a:xfrm>
            <a:off x="8579838" y="3517171"/>
            <a:ext cx="772010" cy="186865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9" id="59"/>
          <p:cNvSpPr/>
          <p:nvPr/>
        </p:nvSpPr>
        <p:spPr>
          <a:xfrm flipV="true">
            <a:off x="5678900" y="4621730"/>
            <a:ext cx="6195303" cy="322682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0" id="60"/>
          <p:cNvSpPr/>
          <p:nvPr/>
        </p:nvSpPr>
        <p:spPr>
          <a:xfrm flipV="true">
            <a:off x="6006632" y="5936991"/>
            <a:ext cx="8894660" cy="2663662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1" id="61"/>
          <p:cNvSpPr txBox="true"/>
          <p:nvPr/>
        </p:nvSpPr>
        <p:spPr>
          <a:xfrm rot="0">
            <a:off x="12543414" y="344212"/>
            <a:ext cx="5383641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7001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CallAnalyzer</a:t>
            </a:r>
          </a:p>
        </p:txBody>
      </p:sp>
      <p:sp>
        <p:nvSpPr>
          <p:cNvPr name="AutoShape 62" id="62"/>
          <p:cNvSpPr/>
          <p:nvPr/>
        </p:nvSpPr>
        <p:spPr>
          <a:xfrm flipH="true" flipV="true">
            <a:off x="15139685" y="8306977"/>
            <a:ext cx="457260" cy="448222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3" id="63"/>
          <p:cNvSpPr/>
          <p:nvPr/>
        </p:nvSpPr>
        <p:spPr>
          <a:xfrm flipH="true" flipV="true">
            <a:off x="6982477" y="6896322"/>
            <a:ext cx="2628560" cy="1745694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4" id="64"/>
          <p:cNvSpPr/>
          <p:nvPr/>
        </p:nvSpPr>
        <p:spPr>
          <a:xfrm>
            <a:off x="12205791" y="9258300"/>
            <a:ext cx="2629385" cy="113182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2165" y="1761950"/>
            <a:ext cx="3667370" cy="3667370"/>
          </a:xfrm>
          <a:custGeom>
            <a:avLst/>
            <a:gdLst/>
            <a:ahLst/>
            <a:cxnLst/>
            <a:rect r="r" b="b" t="t" l="l"/>
            <a:pathLst>
              <a:path h="3667370" w="3667370">
                <a:moveTo>
                  <a:pt x="0" y="0"/>
                </a:moveTo>
                <a:lnTo>
                  <a:pt x="3667370" y="0"/>
                </a:lnTo>
                <a:lnTo>
                  <a:pt x="3667370" y="3667369"/>
                </a:lnTo>
                <a:lnTo>
                  <a:pt x="0" y="3667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27506" y="-2791649"/>
            <a:ext cx="9329977" cy="9329977"/>
          </a:xfrm>
          <a:custGeom>
            <a:avLst/>
            <a:gdLst/>
            <a:ahLst/>
            <a:cxnLst/>
            <a:rect r="r" b="b" t="t" l="l"/>
            <a:pathLst>
              <a:path h="9329977" w="9329977">
                <a:moveTo>
                  <a:pt x="0" y="0"/>
                </a:moveTo>
                <a:lnTo>
                  <a:pt x="9329976" y="0"/>
                </a:lnTo>
                <a:lnTo>
                  <a:pt x="9329976" y="9329977"/>
                </a:lnTo>
                <a:lnTo>
                  <a:pt x="0" y="9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2778" y="530755"/>
            <a:ext cx="5383641" cy="181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7001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Prediction Structure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81911" y="1637251"/>
            <a:ext cx="626405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1. Brief explanation of what the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code d</a:t>
            </a: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oes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2. Testability assessment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3. Testing scenarios (test plan)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81911" y="3666541"/>
            <a:ext cx="11440708" cy="570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### Brief Explanation of What the Code Does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The function calculates the .......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### Testability Assessment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The code is generally testable due to ........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### TESTING SCENARIOS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1. **.........**: ......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- Input: 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- Expected: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2. **......**: ......</a:t>
            </a:r>
          </a:p>
          <a:p>
            <a:pPr algn="l">
              <a:lnSpc>
                <a:spcPts val="2640"/>
              </a:lnSpc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- Input: 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- Expected: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29951" y="1028700"/>
            <a:ext cx="3667370" cy="3667370"/>
          </a:xfrm>
          <a:custGeom>
            <a:avLst/>
            <a:gdLst/>
            <a:ahLst/>
            <a:cxnLst/>
            <a:rect r="r" b="b" t="t" l="l"/>
            <a:pathLst>
              <a:path h="3667370" w="3667370">
                <a:moveTo>
                  <a:pt x="0" y="0"/>
                </a:moveTo>
                <a:lnTo>
                  <a:pt x="3667370" y="0"/>
                </a:lnTo>
                <a:lnTo>
                  <a:pt x="3667370" y="3667370"/>
                </a:lnTo>
                <a:lnTo>
                  <a:pt x="0" y="36673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79012" y="478512"/>
            <a:ext cx="9329977" cy="9329977"/>
          </a:xfrm>
          <a:custGeom>
            <a:avLst/>
            <a:gdLst/>
            <a:ahLst/>
            <a:cxnLst/>
            <a:rect r="r" b="b" t="t" l="l"/>
            <a:pathLst>
              <a:path h="9329977" w="9329977">
                <a:moveTo>
                  <a:pt x="0" y="0"/>
                </a:moveTo>
                <a:lnTo>
                  <a:pt x="9329976" y="0"/>
                </a:lnTo>
                <a:lnTo>
                  <a:pt x="9329976" y="9329976"/>
                </a:lnTo>
                <a:lnTo>
                  <a:pt x="0" y="93299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888612" y="4444645"/>
            <a:ext cx="9139152" cy="225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00"/>
              </a:lnSpc>
            </a:pPr>
            <a:r>
              <a:rPr lang="en-US" b="true" sz="8700" i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Test Generator </a:t>
            </a:r>
          </a:p>
          <a:p>
            <a:pPr algn="r">
              <a:lnSpc>
                <a:spcPts val="8700"/>
              </a:lnSpc>
            </a:pPr>
            <a:r>
              <a:rPr lang="en-US" b="true" sz="8700" i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Module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3830791"/>
            <a:ext cx="7156564" cy="3715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75">
                <a:solidFill>
                  <a:srgbClr val="767679"/>
                </a:solidFill>
                <a:latin typeface="Cerebri Bold"/>
                <a:ea typeface="Cerebri Bold"/>
                <a:cs typeface="Cerebri Bold"/>
                <a:sym typeface="Cerebri Bold"/>
              </a:rPr>
              <a:t>Use AI to generate test files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75">
                <a:solidFill>
                  <a:srgbClr val="767679"/>
                </a:solidFill>
                <a:latin typeface="Cerebri Bold"/>
                <a:ea typeface="Cerebri Bold"/>
                <a:cs typeface="Cerebri Bold"/>
                <a:sym typeface="Cerebri Bold"/>
              </a:rPr>
              <a:t>Input: package_name, code_location, function_name_and_argument, prediction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75">
                <a:solidFill>
                  <a:srgbClr val="767679"/>
                </a:solidFill>
                <a:latin typeface="Cerebri Bold"/>
                <a:ea typeface="Cerebri Bold"/>
                <a:cs typeface="Cerebri Bold"/>
                <a:sym typeface="Cerebri Bold"/>
              </a:rPr>
              <a:t>Use Project Manager to validate test (loop)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644729" y="8917981"/>
            <a:ext cx="614571" cy="340319"/>
          </a:xfrm>
          <a:custGeom>
            <a:avLst/>
            <a:gdLst/>
            <a:ahLst/>
            <a:cxnLst/>
            <a:rect r="r" b="b" t="t" l="l"/>
            <a:pathLst>
              <a:path h="340319" w="614571">
                <a:moveTo>
                  <a:pt x="0" y="0"/>
                </a:moveTo>
                <a:lnTo>
                  <a:pt x="614571" y="0"/>
                </a:lnTo>
                <a:lnTo>
                  <a:pt x="614571" y="340319"/>
                </a:lnTo>
                <a:lnTo>
                  <a:pt x="0" y="340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93774" y="1818288"/>
            <a:ext cx="5472354" cy="245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373"/>
              </a:lnSpc>
            </a:pPr>
            <a:r>
              <a:rPr lang="en-US" b="true" sz="18373" spc="918">
                <a:solidFill>
                  <a:srgbClr val="323334">
                    <a:alpha val="49804"/>
                  </a:srgbClr>
                </a:solidFill>
                <a:latin typeface="Kollektif Bold"/>
                <a:ea typeface="Kollektif Bold"/>
                <a:cs typeface="Kollektif Bold"/>
                <a:sym typeface="Kollektif Bold"/>
              </a:rPr>
              <a:t>2.3 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9848" y="647700"/>
            <a:ext cx="7997832" cy="7997832"/>
          </a:xfrm>
          <a:custGeom>
            <a:avLst/>
            <a:gdLst/>
            <a:ahLst/>
            <a:cxnLst/>
            <a:rect r="r" b="b" t="t" l="l"/>
            <a:pathLst>
              <a:path h="7997832" w="7997832">
                <a:moveTo>
                  <a:pt x="0" y="0"/>
                </a:moveTo>
                <a:lnTo>
                  <a:pt x="7997832" y="0"/>
                </a:lnTo>
                <a:lnTo>
                  <a:pt x="7997832" y="7997832"/>
                </a:lnTo>
                <a:lnTo>
                  <a:pt x="0" y="7997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5870" y="3584940"/>
            <a:ext cx="8989427" cy="8989427"/>
          </a:xfrm>
          <a:custGeom>
            <a:avLst/>
            <a:gdLst/>
            <a:ahLst/>
            <a:cxnLst/>
            <a:rect r="r" b="b" t="t" l="l"/>
            <a:pathLst>
              <a:path h="8989427" w="8989427">
                <a:moveTo>
                  <a:pt x="0" y="0"/>
                </a:moveTo>
                <a:lnTo>
                  <a:pt x="8989427" y="0"/>
                </a:lnTo>
                <a:lnTo>
                  <a:pt x="8989427" y="8989428"/>
                </a:lnTo>
                <a:lnTo>
                  <a:pt x="0" y="89894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3887" y="5269310"/>
            <a:ext cx="8989427" cy="8989427"/>
          </a:xfrm>
          <a:custGeom>
            <a:avLst/>
            <a:gdLst/>
            <a:ahLst/>
            <a:cxnLst/>
            <a:rect r="r" b="b" t="t" l="l"/>
            <a:pathLst>
              <a:path h="8989427" w="8989427">
                <a:moveTo>
                  <a:pt x="0" y="0"/>
                </a:moveTo>
                <a:lnTo>
                  <a:pt x="8989427" y="0"/>
                </a:lnTo>
                <a:lnTo>
                  <a:pt x="8989427" y="8989428"/>
                </a:lnTo>
                <a:lnTo>
                  <a:pt x="0" y="8989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502612" y="2465090"/>
            <a:ext cx="3492305" cy="5490500"/>
            <a:chOff x="0" y="0"/>
            <a:chExt cx="5671566" cy="8916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55575" y="155575"/>
              <a:ext cx="5360416" cy="8605520"/>
            </a:xfrm>
            <a:custGeom>
              <a:avLst/>
              <a:gdLst/>
              <a:ahLst/>
              <a:cxnLst/>
              <a:rect r="r" b="b" t="t" l="l"/>
              <a:pathLst>
                <a:path h="8605520" w="5360416">
                  <a:moveTo>
                    <a:pt x="0" y="8605520"/>
                  </a:moveTo>
                  <a:lnTo>
                    <a:pt x="0" y="2626995"/>
                  </a:lnTo>
                  <a:cubicBezTo>
                    <a:pt x="13970" y="1525270"/>
                    <a:pt x="732790" y="529336"/>
                    <a:pt x="1788668" y="148971"/>
                  </a:cubicBezTo>
                  <a:cubicBezTo>
                    <a:pt x="1793240" y="147701"/>
                    <a:pt x="1800860" y="145542"/>
                    <a:pt x="1809877" y="141859"/>
                  </a:cubicBezTo>
                  <a:cubicBezTo>
                    <a:pt x="2089658" y="47879"/>
                    <a:pt x="2382393" y="0"/>
                    <a:pt x="2678684" y="0"/>
                  </a:cubicBezTo>
                  <a:lnTo>
                    <a:pt x="2681732" y="0"/>
                  </a:lnTo>
                  <a:cubicBezTo>
                    <a:pt x="2978150" y="0"/>
                    <a:pt x="3270758" y="47879"/>
                    <a:pt x="3550539" y="141859"/>
                  </a:cubicBezTo>
                  <a:cubicBezTo>
                    <a:pt x="3559556" y="145542"/>
                    <a:pt x="3567176" y="147701"/>
                    <a:pt x="3571748" y="148971"/>
                  </a:cubicBezTo>
                  <a:cubicBezTo>
                    <a:pt x="4627626" y="529209"/>
                    <a:pt x="5346319" y="1525143"/>
                    <a:pt x="5360416" y="2626995"/>
                  </a:cubicBezTo>
                  <a:lnTo>
                    <a:pt x="5360416" y="8605520"/>
                  </a:lnTo>
                  <a:lnTo>
                    <a:pt x="0" y="8605520"/>
                  </a:lnTo>
                  <a:close/>
                </a:path>
              </a:pathLst>
            </a:custGeom>
            <a:blipFill>
              <a:blip r:embed="rId8"/>
              <a:stretch>
                <a:fillRect l="-77877" t="0" r="-95700" b="-13608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" y="6350"/>
              <a:ext cx="5658866" cy="8903970"/>
            </a:xfrm>
            <a:custGeom>
              <a:avLst/>
              <a:gdLst/>
              <a:ahLst/>
              <a:cxnLst/>
              <a:rect r="r" b="b" t="t" l="l"/>
              <a:pathLst>
                <a:path h="8903970" w="5658866">
                  <a:moveTo>
                    <a:pt x="5658866" y="8903970"/>
                  </a:moveTo>
                  <a:lnTo>
                    <a:pt x="0" y="8903970"/>
                  </a:lnTo>
                  <a:lnTo>
                    <a:pt x="0" y="2774442"/>
                  </a:lnTo>
                  <a:cubicBezTo>
                    <a:pt x="14732" y="1610487"/>
                    <a:pt x="773176" y="559054"/>
                    <a:pt x="1887220" y="157734"/>
                  </a:cubicBezTo>
                  <a:lnTo>
                    <a:pt x="1898396" y="154178"/>
                  </a:lnTo>
                  <a:cubicBezTo>
                    <a:pt x="1899920" y="153797"/>
                    <a:pt x="1901571" y="153289"/>
                    <a:pt x="1903222" y="152654"/>
                  </a:cubicBezTo>
                  <a:lnTo>
                    <a:pt x="1911477" y="149606"/>
                  </a:lnTo>
                  <a:cubicBezTo>
                    <a:pt x="2207006" y="50292"/>
                    <a:pt x="2515362" y="0"/>
                    <a:pt x="2827909" y="0"/>
                  </a:cubicBezTo>
                  <a:lnTo>
                    <a:pt x="2830957" y="0"/>
                  </a:lnTo>
                  <a:cubicBezTo>
                    <a:pt x="3143504" y="0"/>
                    <a:pt x="3451860" y="50292"/>
                    <a:pt x="3747389" y="149733"/>
                  </a:cubicBezTo>
                  <a:lnTo>
                    <a:pt x="3755517" y="152781"/>
                  </a:lnTo>
                  <a:cubicBezTo>
                    <a:pt x="3757168" y="153416"/>
                    <a:pt x="3758946" y="153924"/>
                    <a:pt x="3760089" y="154305"/>
                  </a:cubicBezTo>
                  <a:lnTo>
                    <a:pt x="3771519" y="157861"/>
                  </a:lnTo>
                  <a:cubicBezTo>
                    <a:pt x="4885563" y="559181"/>
                    <a:pt x="5644007" y="1610614"/>
                    <a:pt x="5658739" y="2774315"/>
                  </a:cubicBezTo>
                  <a:lnTo>
                    <a:pt x="5658866" y="8903970"/>
                  </a:lnTo>
                  <a:close/>
                  <a:moveTo>
                    <a:pt x="19050" y="8884920"/>
                  </a:moveTo>
                  <a:lnTo>
                    <a:pt x="5639816" y="8884920"/>
                  </a:lnTo>
                  <a:lnTo>
                    <a:pt x="5639816" y="2774442"/>
                  </a:lnTo>
                  <a:cubicBezTo>
                    <a:pt x="5625211" y="1618742"/>
                    <a:pt x="4871720" y="574293"/>
                    <a:pt x="3765169" y="175768"/>
                  </a:cubicBezTo>
                  <a:lnTo>
                    <a:pt x="3755390" y="172720"/>
                  </a:lnTo>
                  <a:cubicBezTo>
                    <a:pt x="3753358" y="172085"/>
                    <a:pt x="3750818" y="171450"/>
                    <a:pt x="3748405" y="170434"/>
                  </a:cubicBezTo>
                  <a:lnTo>
                    <a:pt x="3741293" y="167767"/>
                  </a:lnTo>
                  <a:cubicBezTo>
                    <a:pt x="3447669" y="69088"/>
                    <a:pt x="3141472" y="19050"/>
                    <a:pt x="2830957" y="19050"/>
                  </a:cubicBezTo>
                  <a:lnTo>
                    <a:pt x="2827909" y="19050"/>
                  </a:lnTo>
                  <a:cubicBezTo>
                    <a:pt x="2517394" y="19050"/>
                    <a:pt x="2211197" y="69088"/>
                    <a:pt x="1917573" y="167767"/>
                  </a:cubicBezTo>
                  <a:lnTo>
                    <a:pt x="1910461" y="170434"/>
                  </a:lnTo>
                  <a:cubicBezTo>
                    <a:pt x="1908048" y="171450"/>
                    <a:pt x="1905635" y="172085"/>
                    <a:pt x="1903857" y="172593"/>
                  </a:cubicBezTo>
                  <a:lnTo>
                    <a:pt x="1893697" y="175768"/>
                  </a:lnTo>
                  <a:cubicBezTo>
                    <a:pt x="787146" y="574294"/>
                    <a:pt x="33782" y="1618742"/>
                    <a:pt x="19050" y="2774569"/>
                  </a:cubicBezTo>
                  <a:lnTo>
                    <a:pt x="19050" y="8884920"/>
                  </a:lnTo>
                  <a:close/>
                  <a:moveTo>
                    <a:pt x="5519166" y="8764270"/>
                  </a:moveTo>
                  <a:lnTo>
                    <a:pt x="139700" y="8764270"/>
                  </a:lnTo>
                  <a:lnTo>
                    <a:pt x="139700" y="2776220"/>
                  </a:lnTo>
                  <a:cubicBezTo>
                    <a:pt x="153670" y="1670304"/>
                    <a:pt x="875030" y="670941"/>
                    <a:pt x="1934591" y="289306"/>
                  </a:cubicBezTo>
                  <a:cubicBezTo>
                    <a:pt x="1940433" y="287655"/>
                    <a:pt x="1947291" y="285623"/>
                    <a:pt x="1955546" y="282321"/>
                  </a:cubicBezTo>
                  <a:cubicBezTo>
                    <a:pt x="2237232" y="187706"/>
                    <a:pt x="2530602" y="139700"/>
                    <a:pt x="2827909" y="139700"/>
                  </a:cubicBezTo>
                  <a:lnTo>
                    <a:pt x="2830957" y="139700"/>
                  </a:lnTo>
                  <a:cubicBezTo>
                    <a:pt x="3128391" y="139700"/>
                    <a:pt x="3421761" y="187579"/>
                    <a:pt x="3702812" y="282067"/>
                  </a:cubicBezTo>
                  <a:cubicBezTo>
                    <a:pt x="3711448" y="285496"/>
                    <a:pt x="3718433" y="287528"/>
                    <a:pt x="3723513" y="288925"/>
                  </a:cubicBezTo>
                  <a:cubicBezTo>
                    <a:pt x="4783836" y="670814"/>
                    <a:pt x="5505069" y="1670177"/>
                    <a:pt x="5519166" y="2775966"/>
                  </a:cubicBezTo>
                  <a:lnTo>
                    <a:pt x="5519166" y="8764270"/>
                  </a:lnTo>
                  <a:close/>
                  <a:moveTo>
                    <a:pt x="158750" y="8745220"/>
                  </a:moveTo>
                  <a:lnTo>
                    <a:pt x="5500116" y="8745220"/>
                  </a:lnTo>
                  <a:lnTo>
                    <a:pt x="5500116" y="2776220"/>
                  </a:lnTo>
                  <a:cubicBezTo>
                    <a:pt x="5486146" y="1678432"/>
                    <a:pt x="4769866" y="686181"/>
                    <a:pt x="3717798" y="307213"/>
                  </a:cubicBezTo>
                  <a:cubicBezTo>
                    <a:pt x="3712972" y="305943"/>
                    <a:pt x="3705352" y="303657"/>
                    <a:pt x="3696208" y="299974"/>
                  </a:cubicBezTo>
                  <a:cubicBezTo>
                    <a:pt x="3417570" y="206375"/>
                    <a:pt x="3126359" y="158750"/>
                    <a:pt x="2830957" y="158750"/>
                  </a:cubicBezTo>
                  <a:lnTo>
                    <a:pt x="2827909" y="158750"/>
                  </a:lnTo>
                  <a:cubicBezTo>
                    <a:pt x="2532634" y="158750"/>
                    <a:pt x="2241296" y="206375"/>
                    <a:pt x="1962023" y="300101"/>
                  </a:cubicBezTo>
                  <a:cubicBezTo>
                    <a:pt x="1953514" y="303530"/>
                    <a:pt x="1945894" y="305816"/>
                    <a:pt x="1940306" y="307340"/>
                  </a:cubicBezTo>
                  <a:cubicBezTo>
                    <a:pt x="889000" y="686054"/>
                    <a:pt x="172720" y="1678432"/>
                    <a:pt x="158750" y="2776347"/>
                  </a:cubicBezTo>
                  <a:lnTo>
                    <a:pt x="158750" y="8745220"/>
                  </a:lnTo>
                  <a:close/>
                </a:path>
              </a:pathLst>
            </a:custGeom>
            <a:solidFill>
              <a:srgbClr val="FFAF7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472310" y="8383448"/>
            <a:ext cx="8834865" cy="267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000"/>
              </a:lnSpc>
            </a:pPr>
            <a:r>
              <a:rPr lang="en-US" b="true" sz="20000" spc="1000">
                <a:solidFill>
                  <a:srgbClr val="767679">
                    <a:alpha val="49804"/>
                  </a:srgbClr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04.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1618" y="4646111"/>
            <a:ext cx="9487120" cy="1166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800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DEMO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644729" y="1028700"/>
            <a:ext cx="614571" cy="340319"/>
          </a:xfrm>
          <a:custGeom>
            <a:avLst/>
            <a:gdLst/>
            <a:ahLst/>
            <a:cxnLst/>
            <a:rect r="r" b="b" t="t" l="l"/>
            <a:pathLst>
              <a:path h="340319" w="614571">
                <a:moveTo>
                  <a:pt x="0" y="0"/>
                </a:moveTo>
                <a:lnTo>
                  <a:pt x="614571" y="0"/>
                </a:lnTo>
                <a:lnTo>
                  <a:pt x="614571" y="340319"/>
                </a:lnTo>
                <a:lnTo>
                  <a:pt x="0" y="3403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r"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9848" y="647700"/>
            <a:ext cx="7997832" cy="7997832"/>
          </a:xfrm>
          <a:custGeom>
            <a:avLst/>
            <a:gdLst/>
            <a:ahLst/>
            <a:cxnLst/>
            <a:rect r="r" b="b" t="t" l="l"/>
            <a:pathLst>
              <a:path h="7997832" w="7997832">
                <a:moveTo>
                  <a:pt x="0" y="0"/>
                </a:moveTo>
                <a:lnTo>
                  <a:pt x="7997832" y="0"/>
                </a:lnTo>
                <a:lnTo>
                  <a:pt x="7997832" y="7997832"/>
                </a:lnTo>
                <a:lnTo>
                  <a:pt x="0" y="7997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5870" y="3584940"/>
            <a:ext cx="8989427" cy="8989427"/>
          </a:xfrm>
          <a:custGeom>
            <a:avLst/>
            <a:gdLst/>
            <a:ahLst/>
            <a:cxnLst/>
            <a:rect r="r" b="b" t="t" l="l"/>
            <a:pathLst>
              <a:path h="8989427" w="8989427">
                <a:moveTo>
                  <a:pt x="0" y="0"/>
                </a:moveTo>
                <a:lnTo>
                  <a:pt x="8989427" y="0"/>
                </a:lnTo>
                <a:lnTo>
                  <a:pt x="8989427" y="8989428"/>
                </a:lnTo>
                <a:lnTo>
                  <a:pt x="0" y="89894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3887" y="5269310"/>
            <a:ext cx="8989427" cy="8989427"/>
          </a:xfrm>
          <a:custGeom>
            <a:avLst/>
            <a:gdLst/>
            <a:ahLst/>
            <a:cxnLst/>
            <a:rect r="r" b="b" t="t" l="l"/>
            <a:pathLst>
              <a:path h="8989427" w="8989427">
                <a:moveTo>
                  <a:pt x="0" y="0"/>
                </a:moveTo>
                <a:lnTo>
                  <a:pt x="8989427" y="0"/>
                </a:lnTo>
                <a:lnTo>
                  <a:pt x="8989427" y="8989428"/>
                </a:lnTo>
                <a:lnTo>
                  <a:pt x="0" y="8989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502612" y="2465090"/>
            <a:ext cx="3492305" cy="5490500"/>
            <a:chOff x="0" y="0"/>
            <a:chExt cx="5671566" cy="8916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55575" y="155575"/>
              <a:ext cx="5360416" cy="8605520"/>
            </a:xfrm>
            <a:custGeom>
              <a:avLst/>
              <a:gdLst/>
              <a:ahLst/>
              <a:cxnLst/>
              <a:rect r="r" b="b" t="t" l="l"/>
              <a:pathLst>
                <a:path h="8605520" w="5360416">
                  <a:moveTo>
                    <a:pt x="0" y="8605520"/>
                  </a:moveTo>
                  <a:lnTo>
                    <a:pt x="0" y="2626995"/>
                  </a:lnTo>
                  <a:cubicBezTo>
                    <a:pt x="13970" y="1525270"/>
                    <a:pt x="732790" y="529336"/>
                    <a:pt x="1788668" y="148971"/>
                  </a:cubicBezTo>
                  <a:cubicBezTo>
                    <a:pt x="1793240" y="147701"/>
                    <a:pt x="1800860" y="145542"/>
                    <a:pt x="1809877" y="141859"/>
                  </a:cubicBezTo>
                  <a:cubicBezTo>
                    <a:pt x="2089658" y="47879"/>
                    <a:pt x="2382393" y="0"/>
                    <a:pt x="2678684" y="0"/>
                  </a:cubicBezTo>
                  <a:lnTo>
                    <a:pt x="2681732" y="0"/>
                  </a:lnTo>
                  <a:cubicBezTo>
                    <a:pt x="2978150" y="0"/>
                    <a:pt x="3270758" y="47879"/>
                    <a:pt x="3550539" y="141859"/>
                  </a:cubicBezTo>
                  <a:cubicBezTo>
                    <a:pt x="3559556" y="145542"/>
                    <a:pt x="3567176" y="147701"/>
                    <a:pt x="3571748" y="148971"/>
                  </a:cubicBezTo>
                  <a:cubicBezTo>
                    <a:pt x="4627626" y="529209"/>
                    <a:pt x="5346319" y="1525143"/>
                    <a:pt x="5360416" y="2626995"/>
                  </a:cubicBezTo>
                  <a:lnTo>
                    <a:pt x="5360416" y="8605520"/>
                  </a:lnTo>
                  <a:lnTo>
                    <a:pt x="0" y="8605520"/>
                  </a:lnTo>
                  <a:close/>
                </a:path>
              </a:pathLst>
            </a:custGeom>
            <a:blipFill>
              <a:blip r:embed="rId8"/>
              <a:stretch>
                <a:fillRect l="-77877" t="0" r="-95700" b="-13608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" y="6350"/>
              <a:ext cx="5658866" cy="8903970"/>
            </a:xfrm>
            <a:custGeom>
              <a:avLst/>
              <a:gdLst/>
              <a:ahLst/>
              <a:cxnLst/>
              <a:rect r="r" b="b" t="t" l="l"/>
              <a:pathLst>
                <a:path h="8903970" w="5658866">
                  <a:moveTo>
                    <a:pt x="5658866" y="8903970"/>
                  </a:moveTo>
                  <a:lnTo>
                    <a:pt x="0" y="8903970"/>
                  </a:lnTo>
                  <a:lnTo>
                    <a:pt x="0" y="2774442"/>
                  </a:lnTo>
                  <a:cubicBezTo>
                    <a:pt x="14732" y="1610487"/>
                    <a:pt x="773176" y="559054"/>
                    <a:pt x="1887220" y="157734"/>
                  </a:cubicBezTo>
                  <a:lnTo>
                    <a:pt x="1898396" y="154178"/>
                  </a:lnTo>
                  <a:cubicBezTo>
                    <a:pt x="1899920" y="153797"/>
                    <a:pt x="1901571" y="153289"/>
                    <a:pt x="1903222" y="152654"/>
                  </a:cubicBezTo>
                  <a:lnTo>
                    <a:pt x="1911477" y="149606"/>
                  </a:lnTo>
                  <a:cubicBezTo>
                    <a:pt x="2207006" y="50292"/>
                    <a:pt x="2515362" y="0"/>
                    <a:pt x="2827909" y="0"/>
                  </a:cubicBezTo>
                  <a:lnTo>
                    <a:pt x="2830957" y="0"/>
                  </a:lnTo>
                  <a:cubicBezTo>
                    <a:pt x="3143504" y="0"/>
                    <a:pt x="3451860" y="50292"/>
                    <a:pt x="3747389" y="149733"/>
                  </a:cubicBezTo>
                  <a:lnTo>
                    <a:pt x="3755517" y="152781"/>
                  </a:lnTo>
                  <a:cubicBezTo>
                    <a:pt x="3757168" y="153416"/>
                    <a:pt x="3758946" y="153924"/>
                    <a:pt x="3760089" y="154305"/>
                  </a:cubicBezTo>
                  <a:lnTo>
                    <a:pt x="3771519" y="157861"/>
                  </a:lnTo>
                  <a:cubicBezTo>
                    <a:pt x="4885563" y="559181"/>
                    <a:pt x="5644007" y="1610614"/>
                    <a:pt x="5658739" y="2774315"/>
                  </a:cubicBezTo>
                  <a:lnTo>
                    <a:pt x="5658866" y="8903970"/>
                  </a:lnTo>
                  <a:close/>
                  <a:moveTo>
                    <a:pt x="19050" y="8884920"/>
                  </a:moveTo>
                  <a:lnTo>
                    <a:pt x="5639816" y="8884920"/>
                  </a:lnTo>
                  <a:lnTo>
                    <a:pt x="5639816" y="2774442"/>
                  </a:lnTo>
                  <a:cubicBezTo>
                    <a:pt x="5625211" y="1618742"/>
                    <a:pt x="4871720" y="574293"/>
                    <a:pt x="3765169" y="175768"/>
                  </a:cubicBezTo>
                  <a:lnTo>
                    <a:pt x="3755390" y="172720"/>
                  </a:lnTo>
                  <a:cubicBezTo>
                    <a:pt x="3753358" y="172085"/>
                    <a:pt x="3750818" y="171450"/>
                    <a:pt x="3748405" y="170434"/>
                  </a:cubicBezTo>
                  <a:lnTo>
                    <a:pt x="3741293" y="167767"/>
                  </a:lnTo>
                  <a:cubicBezTo>
                    <a:pt x="3447669" y="69088"/>
                    <a:pt x="3141472" y="19050"/>
                    <a:pt x="2830957" y="19050"/>
                  </a:cubicBezTo>
                  <a:lnTo>
                    <a:pt x="2827909" y="19050"/>
                  </a:lnTo>
                  <a:cubicBezTo>
                    <a:pt x="2517394" y="19050"/>
                    <a:pt x="2211197" y="69088"/>
                    <a:pt x="1917573" y="167767"/>
                  </a:cubicBezTo>
                  <a:lnTo>
                    <a:pt x="1910461" y="170434"/>
                  </a:lnTo>
                  <a:cubicBezTo>
                    <a:pt x="1908048" y="171450"/>
                    <a:pt x="1905635" y="172085"/>
                    <a:pt x="1903857" y="172593"/>
                  </a:cubicBezTo>
                  <a:lnTo>
                    <a:pt x="1893697" y="175768"/>
                  </a:lnTo>
                  <a:cubicBezTo>
                    <a:pt x="787146" y="574294"/>
                    <a:pt x="33782" y="1618742"/>
                    <a:pt x="19050" y="2774569"/>
                  </a:cubicBezTo>
                  <a:lnTo>
                    <a:pt x="19050" y="8884920"/>
                  </a:lnTo>
                  <a:close/>
                  <a:moveTo>
                    <a:pt x="5519166" y="8764270"/>
                  </a:moveTo>
                  <a:lnTo>
                    <a:pt x="139700" y="8764270"/>
                  </a:lnTo>
                  <a:lnTo>
                    <a:pt x="139700" y="2776220"/>
                  </a:lnTo>
                  <a:cubicBezTo>
                    <a:pt x="153670" y="1670304"/>
                    <a:pt x="875030" y="670941"/>
                    <a:pt x="1934591" y="289306"/>
                  </a:cubicBezTo>
                  <a:cubicBezTo>
                    <a:pt x="1940433" y="287655"/>
                    <a:pt x="1947291" y="285623"/>
                    <a:pt x="1955546" y="282321"/>
                  </a:cubicBezTo>
                  <a:cubicBezTo>
                    <a:pt x="2237232" y="187706"/>
                    <a:pt x="2530602" y="139700"/>
                    <a:pt x="2827909" y="139700"/>
                  </a:cubicBezTo>
                  <a:lnTo>
                    <a:pt x="2830957" y="139700"/>
                  </a:lnTo>
                  <a:cubicBezTo>
                    <a:pt x="3128391" y="139700"/>
                    <a:pt x="3421761" y="187579"/>
                    <a:pt x="3702812" y="282067"/>
                  </a:cubicBezTo>
                  <a:cubicBezTo>
                    <a:pt x="3711448" y="285496"/>
                    <a:pt x="3718433" y="287528"/>
                    <a:pt x="3723513" y="288925"/>
                  </a:cubicBezTo>
                  <a:cubicBezTo>
                    <a:pt x="4783836" y="670814"/>
                    <a:pt x="5505069" y="1670177"/>
                    <a:pt x="5519166" y="2775966"/>
                  </a:cubicBezTo>
                  <a:lnTo>
                    <a:pt x="5519166" y="8764270"/>
                  </a:lnTo>
                  <a:close/>
                  <a:moveTo>
                    <a:pt x="158750" y="8745220"/>
                  </a:moveTo>
                  <a:lnTo>
                    <a:pt x="5500116" y="8745220"/>
                  </a:lnTo>
                  <a:lnTo>
                    <a:pt x="5500116" y="2776220"/>
                  </a:lnTo>
                  <a:cubicBezTo>
                    <a:pt x="5486146" y="1678432"/>
                    <a:pt x="4769866" y="686181"/>
                    <a:pt x="3717798" y="307213"/>
                  </a:cubicBezTo>
                  <a:cubicBezTo>
                    <a:pt x="3712972" y="305943"/>
                    <a:pt x="3705352" y="303657"/>
                    <a:pt x="3696208" y="299974"/>
                  </a:cubicBezTo>
                  <a:cubicBezTo>
                    <a:pt x="3417570" y="206375"/>
                    <a:pt x="3126359" y="158750"/>
                    <a:pt x="2830957" y="158750"/>
                  </a:cubicBezTo>
                  <a:lnTo>
                    <a:pt x="2827909" y="158750"/>
                  </a:lnTo>
                  <a:cubicBezTo>
                    <a:pt x="2532634" y="158750"/>
                    <a:pt x="2241296" y="206375"/>
                    <a:pt x="1962023" y="300101"/>
                  </a:cubicBezTo>
                  <a:cubicBezTo>
                    <a:pt x="1953514" y="303530"/>
                    <a:pt x="1945894" y="305816"/>
                    <a:pt x="1940306" y="307340"/>
                  </a:cubicBezTo>
                  <a:cubicBezTo>
                    <a:pt x="889000" y="686054"/>
                    <a:pt x="172720" y="1678432"/>
                    <a:pt x="158750" y="2776347"/>
                  </a:cubicBezTo>
                  <a:lnTo>
                    <a:pt x="158750" y="8745220"/>
                  </a:lnTo>
                  <a:close/>
                </a:path>
              </a:pathLst>
            </a:custGeom>
            <a:solidFill>
              <a:srgbClr val="FFAF7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472310" y="8383448"/>
            <a:ext cx="8834865" cy="267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000"/>
              </a:lnSpc>
            </a:pPr>
            <a:r>
              <a:rPr lang="en-US" b="true" sz="20000" spc="1000">
                <a:solidFill>
                  <a:srgbClr val="767679">
                    <a:alpha val="49804"/>
                  </a:srgbClr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04.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95346" y="2533953"/>
            <a:ext cx="9487120" cy="116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800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Conclusion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644729" y="1028700"/>
            <a:ext cx="614571" cy="340319"/>
          </a:xfrm>
          <a:custGeom>
            <a:avLst/>
            <a:gdLst/>
            <a:ahLst/>
            <a:cxnLst/>
            <a:rect r="r" b="b" t="t" l="l"/>
            <a:pathLst>
              <a:path h="340319" w="614571">
                <a:moveTo>
                  <a:pt x="0" y="0"/>
                </a:moveTo>
                <a:lnTo>
                  <a:pt x="614571" y="0"/>
                </a:lnTo>
                <a:lnTo>
                  <a:pt x="614571" y="340319"/>
                </a:lnTo>
                <a:lnTo>
                  <a:pt x="0" y="3403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595346" y="4124670"/>
            <a:ext cx="9487120" cy="310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499" spc="62">
                <a:solidFill>
                  <a:srgbClr val="767679"/>
                </a:solidFill>
                <a:latin typeface="Inter"/>
                <a:ea typeface="Inter"/>
                <a:cs typeface="Inter"/>
                <a:sym typeface="Inter"/>
              </a:rPr>
              <a:t>The project has successfully:</a:t>
            </a:r>
          </a:p>
          <a:p>
            <a:pPr algn="l" marL="539748" indent="-269874" lvl="1">
              <a:lnSpc>
                <a:spcPts val="4199"/>
              </a:lnSpc>
              <a:buFont typeface="Arial"/>
              <a:buChar char="•"/>
            </a:pPr>
            <a:r>
              <a:rPr lang="en-US" sz="2499" spc="62">
                <a:solidFill>
                  <a:srgbClr val="767679"/>
                </a:solidFill>
                <a:latin typeface="Inter"/>
                <a:ea typeface="Inter"/>
                <a:cs typeface="Inter"/>
                <a:sym typeface="Inter"/>
              </a:rPr>
              <a:t>Addresses fundamental challenges in software testing through an innovative block-based analysis approach</a:t>
            </a:r>
          </a:p>
          <a:p>
            <a:pPr algn="l" marL="539748" indent="-269874" lvl="1">
              <a:lnSpc>
                <a:spcPts val="4199"/>
              </a:lnSpc>
              <a:buFont typeface="Arial"/>
              <a:buChar char="•"/>
            </a:pPr>
            <a:r>
              <a:rPr lang="en-US" sz="2499" spc="62">
                <a:solidFill>
                  <a:srgbClr val="767679"/>
                </a:solidFill>
                <a:latin typeface="Inter"/>
                <a:ea typeface="Inter"/>
                <a:cs typeface="Inter"/>
                <a:sym typeface="Inter"/>
              </a:rPr>
              <a:t>Supported a variety of test types</a:t>
            </a:r>
          </a:p>
          <a:p>
            <a:pPr algn="l" marL="539748" indent="-269874" lvl="1">
              <a:lnSpc>
                <a:spcPts val="4199"/>
              </a:lnSpc>
              <a:buFont typeface="Arial"/>
              <a:buChar char="•"/>
            </a:pPr>
            <a:r>
              <a:rPr lang="en-US" sz="2499" spc="62">
                <a:solidFill>
                  <a:srgbClr val="767679"/>
                </a:solidFill>
                <a:latin typeface="Inter"/>
                <a:ea typeface="Inter"/>
                <a:cs typeface="Inter"/>
                <a:sym typeface="Inter"/>
              </a:rPr>
              <a:t>Contributions to both academic understanding and practical application in software engineering</a:t>
            </a:r>
          </a:p>
        </p:txBody>
      </p:sp>
    </p:spTree>
  </p:cSld>
  <p:clrMapOvr>
    <a:masterClrMapping/>
  </p:clrMapOvr>
  <p:transition spd="fast">
    <p:wipe dir="r"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9848" y="647700"/>
            <a:ext cx="7997832" cy="7997832"/>
          </a:xfrm>
          <a:custGeom>
            <a:avLst/>
            <a:gdLst/>
            <a:ahLst/>
            <a:cxnLst/>
            <a:rect r="r" b="b" t="t" l="l"/>
            <a:pathLst>
              <a:path h="7997832" w="7997832">
                <a:moveTo>
                  <a:pt x="0" y="0"/>
                </a:moveTo>
                <a:lnTo>
                  <a:pt x="7997832" y="0"/>
                </a:lnTo>
                <a:lnTo>
                  <a:pt x="7997832" y="7997832"/>
                </a:lnTo>
                <a:lnTo>
                  <a:pt x="0" y="7997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5870" y="3584940"/>
            <a:ext cx="8989427" cy="8989427"/>
          </a:xfrm>
          <a:custGeom>
            <a:avLst/>
            <a:gdLst/>
            <a:ahLst/>
            <a:cxnLst/>
            <a:rect r="r" b="b" t="t" l="l"/>
            <a:pathLst>
              <a:path h="8989427" w="8989427">
                <a:moveTo>
                  <a:pt x="0" y="0"/>
                </a:moveTo>
                <a:lnTo>
                  <a:pt x="8989427" y="0"/>
                </a:lnTo>
                <a:lnTo>
                  <a:pt x="8989427" y="8989428"/>
                </a:lnTo>
                <a:lnTo>
                  <a:pt x="0" y="89894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3887" y="5269310"/>
            <a:ext cx="8989427" cy="8989427"/>
          </a:xfrm>
          <a:custGeom>
            <a:avLst/>
            <a:gdLst/>
            <a:ahLst/>
            <a:cxnLst/>
            <a:rect r="r" b="b" t="t" l="l"/>
            <a:pathLst>
              <a:path h="8989427" w="8989427">
                <a:moveTo>
                  <a:pt x="0" y="0"/>
                </a:moveTo>
                <a:lnTo>
                  <a:pt x="8989427" y="0"/>
                </a:lnTo>
                <a:lnTo>
                  <a:pt x="8989427" y="8989428"/>
                </a:lnTo>
                <a:lnTo>
                  <a:pt x="0" y="8989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502612" y="2465090"/>
            <a:ext cx="3492305" cy="5490500"/>
            <a:chOff x="0" y="0"/>
            <a:chExt cx="5671566" cy="8916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55575" y="155575"/>
              <a:ext cx="5360416" cy="8605520"/>
            </a:xfrm>
            <a:custGeom>
              <a:avLst/>
              <a:gdLst/>
              <a:ahLst/>
              <a:cxnLst/>
              <a:rect r="r" b="b" t="t" l="l"/>
              <a:pathLst>
                <a:path h="8605520" w="5360416">
                  <a:moveTo>
                    <a:pt x="0" y="8605520"/>
                  </a:moveTo>
                  <a:lnTo>
                    <a:pt x="0" y="2626995"/>
                  </a:lnTo>
                  <a:cubicBezTo>
                    <a:pt x="13970" y="1525270"/>
                    <a:pt x="732790" y="529336"/>
                    <a:pt x="1788668" y="148971"/>
                  </a:cubicBezTo>
                  <a:cubicBezTo>
                    <a:pt x="1793240" y="147701"/>
                    <a:pt x="1800860" y="145542"/>
                    <a:pt x="1809877" y="141859"/>
                  </a:cubicBezTo>
                  <a:cubicBezTo>
                    <a:pt x="2089658" y="47879"/>
                    <a:pt x="2382393" y="0"/>
                    <a:pt x="2678684" y="0"/>
                  </a:cubicBezTo>
                  <a:lnTo>
                    <a:pt x="2681732" y="0"/>
                  </a:lnTo>
                  <a:cubicBezTo>
                    <a:pt x="2978150" y="0"/>
                    <a:pt x="3270758" y="47879"/>
                    <a:pt x="3550539" y="141859"/>
                  </a:cubicBezTo>
                  <a:cubicBezTo>
                    <a:pt x="3559556" y="145542"/>
                    <a:pt x="3567176" y="147701"/>
                    <a:pt x="3571748" y="148971"/>
                  </a:cubicBezTo>
                  <a:cubicBezTo>
                    <a:pt x="4627626" y="529209"/>
                    <a:pt x="5346319" y="1525143"/>
                    <a:pt x="5360416" y="2626995"/>
                  </a:cubicBezTo>
                  <a:lnTo>
                    <a:pt x="5360416" y="8605520"/>
                  </a:lnTo>
                  <a:lnTo>
                    <a:pt x="0" y="8605520"/>
                  </a:lnTo>
                  <a:close/>
                </a:path>
              </a:pathLst>
            </a:custGeom>
            <a:blipFill>
              <a:blip r:embed="rId8"/>
              <a:stretch>
                <a:fillRect l="-77877" t="0" r="-95700" b="-13608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" y="6350"/>
              <a:ext cx="5658866" cy="8903970"/>
            </a:xfrm>
            <a:custGeom>
              <a:avLst/>
              <a:gdLst/>
              <a:ahLst/>
              <a:cxnLst/>
              <a:rect r="r" b="b" t="t" l="l"/>
              <a:pathLst>
                <a:path h="8903970" w="5658866">
                  <a:moveTo>
                    <a:pt x="5658866" y="8903970"/>
                  </a:moveTo>
                  <a:lnTo>
                    <a:pt x="0" y="8903970"/>
                  </a:lnTo>
                  <a:lnTo>
                    <a:pt x="0" y="2774442"/>
                  </a:lnTo>
                  <a:cubicBezTo>
                    <a:pt x="14732" y="1610487"/>
                    <a:pt x="773176" y="559054"/>
                    <a:pt x="1887220" y="157734"/>
                  </a:cubicBezTo>
                  <a:lnTo>
                    <a:pt x="1898396" y="154178"/>
                  </a:lnTo>
                  <a:cubicBezTo>
                    <a:pt x="1899920" y="153797"/>
                    <a:pt x="1901571" y="153289"/>
                    <a:pt x="1903222" y="152654"/>
                  </a:cubicBezTo>
                  <a:lnTo>
                    <a:pt x="1911477" y="149606"/>
                  </a:lnTo>
                  <a:cubicBezTo>
                    <a:pt x="2207006" y="50292"/>
                    <a:pt x="2515362" y="0"/>
                    <a:pt x="2827909" y="0"/>
                  </a:cubicBezTo>
                  <a:lnTo>
                    <a:pt x="2830957" y="0"/>
                  </a:lnTo>
                  <a:cubicBezTo>
                    <a:pt x="3143504" y="0"/>
                    <a:pt x="3451860" y="50292"/>
                    <a:pt x="3747389" y="149733"/>
                  </a:cubicBezTo>
                  <a:lnTo>
                    <a:pt x="3755517" y="152781"/>
                  </a:lnTo>
                  <a:cubicBezTo>
                    <a:pt x="3757168" y="153416"/>
                    <a:pt x="3758946" y="153924"/>
                    <a:pt x="3760089" y="154305"/>
                  </a:cubicBezTo>
                  <a:lnTo>
                    <a:pt x="3771519" y="157861"/>
                  </a:lnTo>
                  <a:cubicBezTo>
                    <a:pt x="4885563" y="559181"/>
                    <a:pt x="5644007" y="1610614"/>
                    <a:pt x="5658739" y="2774315"/>
                  </a:cubicBezTo>
                  <a:lnTo>
                    <a:pt x="5658866" y="8903970"/>
                  </a:lnTo>
                  <a:close/>
                  <a:moveTo>
                    <a:pt x="19050" y="8884920"/>
                  </a:moveTo>
                  <a:lnTo>
                    <a:pt x="5639816" y="8884920"/>
                  </a:lnTo>
                  <a:lnTo>
                    <a:pt x="5639816" y="2774442"/>
                  </a:lnTo>
                  <a:cubicBezTo>
                    <a:pt x="5625211" y="1618742"/>
                    <a:pt x="4871720" y="574293"/>
                    <a:pt x="3765169" y="175768"/>
                  </a:cubicBezTo>
                  <a:lnTo>
                    <a:pt x="3755390" y="172720"/>
                  </a:lnTo>
                  <a:cubicBezTo>
                    <a:pt x="3753358" y="172085"/>
                    <a:pt x="3750818" y="171450"/>
                    <a:pt x="3748405" y="170434"/>
                  </a:cubicBezTo>
                  <a:lnTo>
                    <a:pt x="3741293" y="167767"/>
                  </a:lnTo>
                  <a:cubicBezTo>
                    <a:pt x="3447669" y="69088"/>
                    <a:pt x="3141472" y="19050"/>
                    <a:pt x="2830957" y="19050"/>
                  </a:cubicBezTo>
                  <a:lnTo>
                    <a:pt x="2827909" y="19050"/>
                  </a:lnTo>
                  <a:cubicBezTo>
                    <a:pt x="2517394" y="19050"/>
                    <a:pt x="2211197" y="69088"/>
                    <a:pt x="1917573" y="167767"/>
                  </a:cubicBezTo>
                  <a:lnTo>
                    <a:pt x="1910461" y="170434"/>
                  </a:lnTo>
                  <a:cubicBezTo>
                    <a:pt x="1908048" y="171450"/>
                    <a:pt x="1905635" y="172085"/>
                    <a:pt x="1903857" y="172593"/>
                  </a:cubicBezTo>
                  <a:lnTo>
                    <a:pt x="1893697" y="175768"/>
                  </a:lnTo>
                  <a:cubicBezTo>
                    <a:pt x="787146" y="574294"/>
                    <a:pt x="33782" y="1618742"/>
                    <a:pt x="19050" y="2774569"/>
                  </a:cubicBezTo>
                  <a:lnTo>
                    <a:pt x="19050" y="8884920"/>
                  </a:lnTo>
                  <a:close/>
                  <a:moveTo>
                    <a:pt x="5519166" y="8764270"/>
                  </a:moveTo>
                  <a:lnTo>
                    <a:pt x="139700" y="8764270"/>
                  </a:lnTo>
                  <a:lnTo>
                    <a:pt x="139700" y="2776220"/>
                  </a:lnTo>
                  <a:cubicBezTo>
                    <a:pt x="153670" y="1670304"/>
                    <a:pt x="875030" y="670941"/>
                    <a:pt x="1934591" y="289306"/>
                  </a:cubicBezTo>
                  <a:cubicBezTo>
                    <a:pt x="1940433" y="287655"/>
                    <a:pt x="1947291" y="285623"/>
                    <a:pt x="1955546" y="282321"/>
                  </a:cubicBezTo>
                  <a:cubicBezTo>
                    <a:pt x="2237232" y="187706"/>
                    <a:pt x="2530602" y="139700"/>
                    <a:pt x="2827909" y="139700"/>
                  </a:cubicBezTo>
                  <a:lnTo>
                    <a:pt x="2830957" y="139700"/>
                  </a:lnTo>
                  <a:cubicBezTo>
                    <a:pt x="3128391" y="139700"/>
                    <a:pt x="3421761" y="187579"/>
                    <a:pt x="3702812" y="282067"/>
                  </a:cubicBezTo>
                  <a:cubicBezTo>
                    <a:pt x="3711448" y="285496"/>
                    <a:pt x="3718433" y="287528"/>
                    <a:pt x="3723513" y="288925"/>
                  </a:cubicBezTo>
                  <a:cubicBezTo>
                    <a:pt x="4783836" y="670814"/>
                    <a:pt x="5505069" y="1670177"/>
                    <a:pt x="5519166" y="2775966"/>
                  </a:cubicBezTo>
                  <a:lnTo>
                    <a:pt x="5519166" y="8764270"/>
                  </a:lnTo>
                  <a:close/>
                  <a:moveTo>
                    <a:pt x="158750" y="8745220"/>
                  </a:moveTo>
                  <a:lnTo>
                    <a:pt x="5500116" y="8745220"/>
                  </a:lnTo>
                  <a:lnTo>
                    <a:pt x="5500116" y="2776220"/>
                  </a:lnTo>
                  <a:cubicBezTo>
                    <a:pt x="5486146" y="1678432"/>
                    <a:pt x="4769866" y="686181"/>
                    <a:pt x="3717798" y="307213"/>
                  </a:cubicBezTo>
                  <a:cubicBezTo>
                    <a:pt x="3712972" y="305943"/>
                    <a:pt x="3705352" y="303657"/>
                    <a:pt x="3696208" y="299974"/>
                  </a:cubicBezTo>
                  <a:cubicBezTo>
                    <a:pt x="3417570" y="206375"/>
                    <a:pt x="3126359" y="158750"/>
                    <a:pt x="2830957" y="158750"/>
                  </a:cubicBezTo>
                  <a:lnTo>
                    <a:pt x="2827909" y="158750"/>
                  </a:lnTo>
                  <a:cubicBezTo>
                    <a:pt x="2532634" y="158750"/>
                    <a:pt x="2241296" y="206375"/>
                    <a:pt x="1962023" y="300101"/>
                  </a:cubicBezTo>
                  <a:cubicBezTo>
                    <a:pt x="1953514" y="303530"/>
                    <a:pt x="1945894" y="305816"/>
                    <a:pt x="1940306" y="307340"/>
                  </a:cubicBezTo>
                  <a:cubicBezTo>
                    <a:pt x="889000" y="686054"/>
                    <a:pt x="172720" y="1678432"/>
                    <a:pt x="158750" y="2776347"/>
                  </a:cubicBezTo>
                  <a:lnTo>
                    <a:pt x="158750" y="8745220"/>
                  </a:lnTo>
                  <a:close/>
                </a:path>
              </a:pathLst>
            </a:custGeom>
            <a:solidFill>
              <a:srgbClr val="FFAF7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472310" y="8383448"/>
            <a:ext cx="8834865" cy="267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000"/>
              </a:lnSpc>
            </a:pPr>
            <a:r>
              <a:rPr lang="en-US" b="true" sz="20000" spc="1000">
                <a:solidFill>
                  <a:srgbClr val="767679">
                    <a:alpha val="49804"/>
                  </a:srgbClr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04.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2180" y="1540469"/>
            <a:ext cx="9487120" cy="228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800" i="true" b="true">
                <a:solidFill>
                  <a:srgbClr val="323334"/>
                </a:solidFill>
                <a:latin typeface="Cerebri Bold Italics"/>
                <a:ea typeface="Cerebri Bold Italics"/>
                <a:cs typeface="Cerebri Bold Italics"/>
                <a:sym typeface="Cerebri Bold Italics"/>
              </a:rPr>
              <a:t>Implications and Future Work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644729" y="1028700"/>
            <a:ext cx="614571" cy="340319"/>
          </a:xfrm>
          <a:custGeom>
            <a:avLst/>
            <a:gdLst/>
            <a:ahLst/>
            <a:cxnLst/>
            <a:rect r="r" b="b" t="t" l="l"/>
            <a:pathLst>
              <a:path h="340319" w="614571">
                <a:moveTo>
                  <a:pt x="0" y="0"/>
                </a:moveTo>
                <a:lnTo>
                  <a:pt x="614571" y="0"/>
                </a:lnTo>
                <a:lnTo>
                  <a:pt x="614571" y="340319"/>
                </a:lnTo>
                <a:lnTo>
                  <a:pt x="0" y="3403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464895" y="4243325"/>
            <a:ext cx="9487120" cy="310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4199"/>
              </a:lnSpc>
              <a:buFont typeface="Arial"/>
              <a:buChar char="•"/>
            </a:pPr>
            <a:r>
              <a:rPr lang="en-US" sz="2499" spc="62">
                <a:solidFill>
                  <a:srgbClr val="767679"/>
                </a:solidFill>
                <a:latin typeface="Inter"/>
                <a:ea typeface="Inter"/>
                <a:cs typeface="Inter"/>
                <a:sym typeface="Inter"/>
              </a:rPr>
              <a:t>Improve automated test generation process efficiency</a:t>
            </a:r>
          </a:p>
          <a:p>
            <a:pPr algn="l" marL="539748" indent="-269874" lvl="1">
              <a:lnSpc>
                <a:spcPts val="4199"/>
              </a:lnSpc>
              <a:buFont typeface="Arial"/>
              <a:buChar char="•"/>
            </a:pPr>
            <a:r>
              <a:rPr lang="en-US" sz="2499" spc="62">
                <a:solidFill>
                  <a:srgbClr val="767679"/>
                </a:solidFill>
                <a:latin typeface="Inter"/>
                <a:ea typeface="Inter"/>
                <a:cs typeface="Inter"/>
                <a:sym typeface="Inter"/>
              </a:rPr>
              <a:t>Improvements: Expand numbers of supporting frameworks, optimize algorithms, enhance system’s handling of complex state management</a:t>
            </a:r>
          </a:p>
          <a:p>
            <a:pPr algn="l" marL="539748" indent="-269874" lvl="1">
              <a:lnSpc>
                <a:spcPts val="4199"/>
              </a:lnSpc>
              <a:buFont typeface="Arial"/>
              <a:buChar char="•"/>
            </a:pPr>
            <a:r>
              <a:rPr lang="en-US" sz="2499" spc="62">
                <a:solidFill>
                  <a:srgbClr val="767679"/>
                </a:solidFill>
                <a:latin typeface="Inter"/>
                <a:ea typeface="Inter"/>
                <a:cs typeface="Inter"/>
                <a:sym typeface="Inter"/>
              </a:rPr>
              <a:t>Human-in-the-loop design philosophy demonstrates how AI and human expertise can be combined</a:t>
            </a:r>
          </a:p>
        </p:txBody>
      </p:sp>
    </p:spTree>
  </p:cSld>
  <p:clrMapOvr>
    <a:masterClrMapping/>
  </p:clrMapOvr>
  <p:transition spd="fast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DAGs7VG2kjU</dc:identifier>
  <dcterms:modified xsi:type="dcterms:W3CDTF">2011-08-01T06:04:30Z</dcterms:modified>
  <cp:revision>1</cp:revision>
  <dc:title>Thesis Review Huy Dao</dc:title>
</cp:coreProperties>
</file>